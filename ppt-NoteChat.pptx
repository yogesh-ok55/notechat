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69"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Lst>
  <p:sldSz cy="8229600" cx="14630400"/>
  <p:notesSz cx="8229600" cy="146304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11" Type="http://schemas.openxmlformats.org/officeDocument/2006/relationships/slide" Target="slides/slide7.xml"/><Relationship Id="rId10" Type="http://schemas.openxmlformats.org/officeDocument/2006/relationships/slide" Target="slides/slide6.xml"/><Relationship Id="rId13" Type="http://schemas.openxmlformats.org/officeDocument/2006/relationships/slide" Target="slides/slide9.xml"/><Relationship Id="rId12" Type="http://schemas.openxmlformats.org/officeDocument/2006/relationships/slide" Target="slides/slide8.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1371850" y="1097275"/>
            <a:ext cx="5486650" cy="54864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822950" y="6949425"/>
            <a:ext cx="6583675" cy="6583675"/>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 name="Shape 87"/>
        <p:cNvGrpSpPr/>
        <p:nvPr/>
      </p:nvGrpSpPr>
      <p:grpSpPr>
        <a:xfrm>
          <a:off x="0" y="0"/>
          <a:ext cx="0" cy="0"/>
          <a:chOff x="0" y="0"/>
          <a:chExt cx="0" cy="0"/>
        </a:xfrm>
      </p:grpSpPr>
      <p:sp>
        <p:nvSpPr>
          <p:cNvPr id="88" name="Google Shape;88;p1:notes"/>
          <p:cNvSpPr txBox="1"/>
          <p:nvPr>
            <p:ph idx="1" type="body"/>
          </p:nvPr>
        </p:nvSpPr>
        <p:spPr>
          <a:xfrm>
            <a:off x="822950" y="6949425"/>
            <a:ext cx="6583675" cy="65836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9" name="Google Shape;89;p1:notes"/>
          <p:cNvSpPr/>
          <p:nvPr>
            <p:ph idx="2" type="sldImg"/>
          </p:nvPr>
        </p:nvSpPr>
        <p:spPr>
          <a:xfrm>
            <a:off x="1371850" y="1097275"/>
            <a:ext cx="5486650" cy="54864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p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4" name="Google Shape;94;p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95" name="Google Shape;95;p2: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fld id="{00000000-1234-1234-1234-123412341234}" type="slidenum">
              <a:rPr b="0" i="0" lang="en-US"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p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02" name="Google Shape;102;p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103" name="Google Shape;103;p3: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fld id="{00000000-1234-1234-1234-123412341234}" type="slidenum">
              <a:rPr b="0" i="0" lang="en-US"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 name="Shape 121"/>
        <p:cNvGrpSpPr/>
        <p:nvPr/>
      </p:nvGrpSpPr>
      <p:grpSpPr>
        <a:xfrm>
          <a:off x="0" y="0"/>
          <a:ext cx="0" cy="0"/>
          <a:chOff x="0" y="0"/>
          <a:chExt cx="0" cy="0"/>
        </a:xfrm>
      </p:grpSpPr>
      <p:sp>
        <p:nvSpPr>
          <p:cNvPr id="122" name="Google Shape;122;p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23" name="Google Shape;123;p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124" name="Google Shape;124;p4: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fld id="{00000000-1234-1234-1234-123412341234}" type="slidenum">
              <a:rPr b="0" i="0" lang="en-US"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 name="Shape 138"/>
        <p:cNvGrpSpPr/>
        <p:nvPr/>
      </p:nvGrpSpPr>
      <p:grpSpPr>
        <a:xfrm>
          <a:off x="0" y="0"/>
          <a:ext cx="0" cy="0"/>
          <a:chOff x="0" y="0"/>
          <a:chExt cx="0" cy="0"/>
        </a:xfrm>
      </p:grpSpPr>
      <p:sp>
        <p:nvSpPr>
          <p:cNvPr id="139" name="Google Shape;139;p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40" name="Google Shape;140;p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141" name="Google Shape;141;p5: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fld id="{00000000-1234-1234-1234-123412341234}" type="slidenum">
              <a:rPr b="0" i="0" lang="en-US"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p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56" name="Google Shape;156;p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157" name="Google Shape;157;p6: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fld id="{00000000-1234-1234-1234-123412341234}" type="slidenum">
              <a:rPr b="0" i="0" lang="en-US"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 name="Shape 178"/>
        <p:cNvGrpSpPr/>
        <p:nvPr/>
      </p:nvGrpSpPr>
      <p:grpSpPr>
        <a:xfrm>
          <a:off x="0" y="0"/>
          <a:ext cx="0" cy="0"/>
          <a:chOff x="0" y="0"/>
          <a:chExt cx="0" cy="0"/>
        </a:xfrm>
      </p:grpSpPr>
      <p:sp>
        <p:nvSpPr>
          <p:cNvPr id="179" name="Google Shape;179;p7: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80" name="Google Shape;180;p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181" name="Google Shape;181;p7: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fld id="{00000000-1234-1234-1234-123412341234}" type="slidenum">
              <a:rPr b="0" i="0" lang="en-US"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1" name="Shape 201"/>
        <p:cNvGrpSpPr/>
        <p:nvPr/>
      </p:nvGrpSpPr>
      <p:grpSpPr>
        <a:xfrm>
          <a:off x="0" y="0"/>
          <a:ext cx="0" cy="0"/>
          <a:chOff x="0" y="0"/>
          <a:chExt cx="0" cy="0"/>
        </a:xfrm>
      </p:grpSpPr>
      <p:sp>
        <p:nvSpPr>
          <p:cNvPr id="202" name="Google Shape;202;p8: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03" name="Google Shape;203;p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204" name="Google Shape;204;p8: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fld id="{00000000-1234-1234-1234-123412341234}" type="slidenum">
              <a:rPr b="0" i="0" lang="en-US"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8" name="Shape 218"/>
        <p:cNvGrpSpPr/>
        <p:nvPr/>
      </p:nvGrpSpPr>
      <p:grpSpPr>
        <a:xfrm>
          <a:off x="0" y="0"/>
          <a:ext cx="0" cy="0"/>
          <a:chOff x="0" y="0"/>
          <a:chExt cx="0" cy="0"/>
        </a:xfrm>
      </p:grpSpPr>
      <p:sp>
        <p:nvSpPr>
          <p:cNvPr id="219" name="Google Shape;219;p9: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20" name="Google Shape;220;p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221" name="Google Shape;221;p9: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fld id="{00000000-1234-1234-1234-123412341234}" type="slidenum">
              <a:rPr b="0" i="0" lang="en-US"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1 master">
  <p:cSld name="Slide 1 master">
    <p:bg>
      <p:bgPr>
        <a:solidFill>
          <a:srgbClr val="000000"/>
        </a:solidFill>
      </p:bgPr>
    </p:bg>
    <p:spTree>
      <p:nvGrpSpPr>
        <p:cNvPr id="26" name="Shape 26"/>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2 master">
  <p:cSld name="Slide 2 master">
    <p:bg>
      <p:bgPr>
        <a:solidFill>
          <a:srgbClr val="000000"/>
        </a:solidFill>
      </p:bgPr>
    </p:bg>
    <p:spTree>
      <p:nvGrpSpPr>
        <p:cNvPr id="27" name="Shape 27"/>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3 master">
  <p:cSld name="Slide 3 master">
    <p:bg>
      <p:bgPr>
        <a:solidFill>
          <a:srgbClr val="000000"/>
        </a:solidFill>
      </p:bgPr>
    </p:bg>
    <p:spTree>
      <p:nvGrpSpPr>
        <p:cNvPr id="28" name="Shape 28"/>
        <p:cNvGrpSpPr/>
        <p:nvPr/>
      </p:nvGrpSpPr>
      <p:grpSpPr>
        <a:xfrm>
          <a:off x="0" y="0"/>
          <a:ext cx="0" cy="0"/>
          <a:chOff x="0" y="0"/>
          <a:chExt cx="0" cy="0"/>
        </a:xfrm>
      </p:grpSpPr>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4 master">
  <p:cSld name="Slide 4 master">
    <p:bg>
      <p:bgPr>
        <a:solidFill>
          <a:srgbClr val="000000"/>
        </a:solidFill>
      </p:bgPr>
    </p:bg>
    <p:spTree>
      <p:nvGrpSpPr>
        <p:cNvPr id="29" name="Shape 29"/>
        <p:cNvGrpSpPr/>
        <p:nvPr/>
      </p:nvGrpSpPr>
      <p:grpSpPr>
        <a:xfrm>
          <a:off x="0" y="0"/>
          <a:ext cx="0" cy="0"/>
          <a:chOff x="0" y="0"/>
          <a:chExt cx="0" cy="0"/>
        </a:xfrm>
      </p:grpSpPr>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6 master">
  <p:cSld name="Slide 6 master">
    <p:bg>
      <p:bgPr>
        <a:solidFill>
          <a:srgbClr val="000000"/>
        </a:solidFill>
      </p:bgPr>
    </p:bg>
    <p:spTree>
      <p:nvGrpSpPr>
        <p:cNvPr id="30" name="Shape 30"/>
        <p:cNvGrpSpPr/>
        <p:nvPr/>
      </p:nvGrpSpPr>
      <p:grpSpPr>
        <a:xfrm>
          <a:off x="0" y="0"/>
          <a:ext cx="0" cy="0"/>
          <a:chOff x="0" y="0"/>
          <a:chExt cx="0" cy="0"/>
        </a:xfrm>
      </p:grpSpPr>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7 master">
  <p:cSld name="Slide 7 master">
    <p:bg>
      <p:bgPr>
        <a:solidFill>
          <a:srgbClr val="000000"/>
        </a:solidFill>
      </p:bgPr>
    </p:bg>
    <p:spTree>
      <p:nvGrpSpPr>
        <p:cNvPr id="31" name="Shape 31"/>
        <p:cNvGrpSpPr/>
        <p:nvPr/>
      </p:nvGrpSpPr>
      <p:grpSpPr>
        <a:xfrm>
          <a:off x="0" y="0"/>
          <a:ext cx="0" cy="0"/>
          <a:chOff x="0" y="0"/>
          <a:chExt cx="0" cy="0"/>
        </a:xfrm>
      </p:grpSpPr>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8 master">
  <p:cSld name="Slide 8 master">
    <p:bg>
      <p:bgPr>
        <a:solidFill>
          <a:srgbClr val="000000"/>
        </a:solidFill>
      </p:bgPr>
    </p:bg>
    <p:spTree>
      <p:nvGrpSpPr>
        <p:cNvPr id="32" name="Shape 32"/>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9 master">
  <p:cSld name="Slide 9 master">
    <p:bg>
      <p:bgPr>
        <a:solidFill>
          <a:srgbClr val="000000"/>
        </a:solidFill>
      </p:bgPr>
    </p:bg>
    <p:spTree>
      <p:nvGrpSpPr>
        <p:cNvPr id="33" name="Shape 33"/>
        <p:cNvGrpSpPr/>
        <p:nvPr/>
      </p:nvGrpSpPr>
      <p:grpSpPr>
        <a:xfrm>
          <a:off x="0" y="0"/>
          <a:ext cx="0" cy="0"/>
          <a:chOff x="0" y="0"/>
          <a:chExt cx="0" cy="0"/>
        </a:xfrm>
      </p:grpSpPr>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lide" type="blank">
  <p:cSld name="BLANK">
    <p:spTree>
      <p:nvGrpSpPr>
        <p:cNvPr id="34" name="Shape 34"/>
        <p:cNvGrpSpPr/>
        <p:nvPr/>
      </p:nvGrpSpPr>
      <p:grpSpPr>
        <a:xfrm>
          <a:off x="0" y="0"/>
          <a:ext cx="0" cy="0"/>
          <a:chOff x="0" y="0"/>
          <a:chExt cx="0" cy="0"/>
        </a:xfrm>
      </p:grpSpPr>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x">
  <p:cSld name="TITLE_AND_BODY">
    <p:spTree>
      <p:nvGrpSpPr>
        <p:cNvPr id="35" name="Shape 35"/>
        <p:cNvGrpSpPr/>
        <p:nvPr/>
      </p:nvGrpSpPr>
      <p:grpSpPr>
        <a:xfrm>
          <a:off x="0" y="0"/>
          <a:ext cx="0" cy="0"/>
          <a:chOff x="0" y="0"/>
          <a:chExt cx="0" cy="0"/>
        </a:xfrm>
      </p:grpSpPr>
      <p:sp>
        <p:nvSpPr>
          <p:cNvPr id="36" name="Google Shape;36;p11"/>
          <p:cNvSpPr txBox="1"/>
          <p:nvPr>
            <p:ph type="title"/>
          </p:nvPr>
        </p:nvSpPr>
        <p:spPr>
          <a:xfrm>
            <a:off x="0" y="0"/>
            <a:ext cx="8777664" cy="1096848"/>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7" name="Google Shape;37;p11"/>
          <p:cNvSpPr txBox="1"/>
          <p:nvPr>
            <p:ph idx="1" type="subTitle"/>
          </p:nvPr>
        </p:nvSpPr>
        <p:spPr>
          <a:xfrm>
            <a:off x="731520" y="1925424"/>
            <a:ext cx="13166784" cy="4772736"/>
          </a:xfrm>
          <a:prstGeom prst="rect">
            <a:avLst/>
          </a:prstGeom>
          <a:noFill/>
          <a:ln>
            <a:noFill/>
          </a:ln>
        </p:spPr>
        <p:txBody>
          <a:bodyPr anchorCtr="0" anchor="ctr" bIns="0" lIns="0" spcFirstLastPara="1" rIns="0" wrap="square" tIns="0">
            <a:noAutofit/>
          </a:bodyPr>
          <a:lstStyle>
            <a:lvl1pPr lvl="0" algn="l">
              <a:lnSpc>
                <a:spcPct val="90000"/>
              </a:lnSpc>
              <a:spcBef>
                <a:spcPts val="1200"/>
              </a:spcBef>
              <a:spcAft>
                <a:spcPts val="0"/>
              </a:spcAft>
              <a:buClr>
                <a:schemeClr val="dk1"/>
              </a:buClr>
              <a:buSzPts val="1800"/>
              <a:buChar char="•"/>
              <a:defRPr/>
            </a:lvl1pPr>
            <a:lvl2pPr lvl="1" algn="l">
              <a:lnSpc>
                <a:spcPct val="90000"/>
              </a:lnSpc>
              <a:spcBef>
                <a:spcPts val="600"/>
              </a:spcBef>
              <a:spcAft>
                <a:spcPts val="0"/>
              </a:spcAft>
              <a:buClr>
                <a:schemeClr val="dk1"/>
              </a:buClr>
              <a:buSzPts val="1800"/>
              <a:buChar char="•"/>
              <a:defRPr/>
            </a:lvl2pPr>
            <a:lvl3pPr lvl="2" algn="l">
              <a:lnSpc>
                <a:spcPct val="90000"/>
              </a:lnSpc>
              <a:spcBef>
                <a:spcPts val="600"/>
              </a:spcBef>
              <a:spcAft>
                <a:spcPts val="0"/>
              </a:spcAft>
              <a:buClr>
                <a:schemeClr val="dk1"/>
              </a:buClr>
              <a:buSzPts val="1800"/>
              <a:buChar char="•"/>
              <a:defRPr/>
            </a:lvl3pPr>
            <a:lvl4pPr lvl="3" algn="l">
              <a:lnSpc>
                <a:spcPct val="90000"/>
              </a:lnSpc>
              <a:spcBef>
                <a:spcPts val="600"/>
              </a:spcBef>
              <a:spcAft>
                <a:spcPts val="0"/>
              </a:spcAft>
              <a:buClr>
                <a:schemeClr val="dk1"/>
              </a:buClr>
              <a:buSzPts val="1800"/>
              <a:buChar char="•"/>
              <a:defRPr/>
            </a:lvl4pPr>
            <a:lvl5pPr lvl="4" algn="l">
              <a:lnSpc>
                <a:spcPct val="90000"/>
              </a:lnSpc>
              <a:spcBef>
                <a:spcPts val="600"/>
              </a:spcBef>
              <a:spcAft>
                <a:spcPts val="0"/>
              </a:spcAft>
              <a:buClr>
                <a:schemeClr val="dk1"/>
              </a:buClr>
              <a:buSzPts val="1800"/>
              <a:buChar char="•"/>
              <a:defRPr/>
            </a:lvl5pPr>
            <a:lvl6pPr lvl="5" algn="l">
              <a:lnSpc>
                <a:spcPct val="90000"/>
              </a:lnSpc>
              <a:spcBef>
                <a:spcPts val="600"/>
              </a:spcBef>
              <a:spcAft>
                <a:spcPts val="0"/>
              </a:spcAft>
              <a:buClr>
                <a:schemeClr val="dk1"/>
              </a:buClr>
              <a:buSzPts val="1800"/>
              <a:buChar char="•"/>
              <a:defRPr/>
            </a:lvl6pPr>
            <a:lvl7pPr lvl="6" algn="l">
              <a:lnSpc>
                <a:spcPct val="90000"/>
              </a:lnSpc>
              <a:spcBef>
                <a:spcPts val="600"/>
              </a:spcBef>
              <a:spcAft>
                <a:spcPts val="0"/>
              </a:spcAft>
              <a:buClr>
                <a:schemeClr val="dk1"/>
              </a:buClr>
              <a:buSzPts val="1800"/>
              <a:buChar char="•"/>
              <a:defRPr/>
            </a:lvl7pPr>
            <a:lvl8pPr lvl="7" algn="l">
              <a:lnSpc>
                <a:spcPct val="90000"/>
              </a:lnSpc>
              <a:spcBef>
                <a:spcPts val="600"/>
              </a:spcBef>
              <a:spcAft>
                <a:spcPts val="0"/>
              </a:spcAft>
              <a:buClr>
                <a:schemeClr val="dk1"/>
              </a:buClr>
              <a:buSzPts val="1800"/>
              <a:buChar char="•"/>
              <a:defRPr/>
            </a:lvl8pPr>
            <a:lvl9pPr lvl="8" algn="l">
              <a:lnSpc>
                <a:spcPct val="90000"/>
              </a:lnSpc>
              <a:spcBef>
                <a:spcPts val="600"/>
              </a:spcBef>
              <a:spcAft>
                <a:spcPts val="0"/>
              </a:spcAft>
              <a:buClr>
                <a:schemeClr val="dk1"/>
              </a:buClr>
              <a:buSzPts val="1800"/>
              <a:buChar char="•"/>
              <a:defRPr/>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type="obj">
  <p:cSld name="OBJECT">
    <p:spTree>
      <p:nvGrpSpPr>
        <p:cNvPr id="38" name="Shape 38"/>
        <p:cNvGrpSpPr/>
        <p:nvPr/>
      </p:nvGrpSpPr>
      <p:grpSpPr>
        <a:xfrm>
          <a:off x="0" y="0"/>
          <a:ext cx="0" cy="0"/>
          <a:chOff x="0" y="0"/>
          <a:chExt cx="0" cy="0"/>
        </a:xfrm>
      </p:grpSpPr>
      <p:sp>
        <p:nvSpPr>
          <p:cNvPr id="39" name="Google Shape;39;p12"/>
          <p:cNvSpPr txBox="1"/>
          <p:nvPr>
            <p:ph type="title"/>
          </p:nvPr>
        </p:nvSpPr>
        <p:spPr>
          <a:xfrm>
            <a:off x="0" y="0"/>
            <a:ext cx="8777664" cy="1096848"/>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0" name="Google Shape;40;p12"/>
          <p:cNvSpPr txBox="1"/>
          <p:nvPr>
            <p:ph idx="1" type="body"/>
          </p:nvPr>
        </p:nvSpPr>
        <p:spPr>
          <a:xfrm>
            <a:off x="731520" y="1925424"/>
            <a:ext cx="13166784" cy="4772736"/>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200"/>
              </a:spcBef>
              <a:spcAft>
                <a:spcPts val="0"/>
              </a:spcAft>
              <a:buClr>
                <a:schemeClr val="dk1"/>
              </a:buClr>
              <a:buSzPts val="1800"/>
              <a:buChar char="•"/>
              <a:defRPr/>
            </a:lvl1pPr>
            <a:lvl2pPr indent="-342900" lvl="1" marL="914400" algn="l">
              <a:lnSpc>
                <a:spcPct val="90000"/>
              </a:lnSpc>
              <a:spcBef>
                <a:spcPts val="600"/>
              </a:spcBef>
              <a:spcAft>
                <a:spcPts val="0"/>
              </a:spcAft>
              <a:buClr>
                <a:schemeClr val="dk1"/>
              </a:buClr>
              <a:buSzPts val="1800"/>
              <a:buChar char="•"/>
              <a:defRPr/>
            </a:lvl2pPr>
            <a:lvl3pPr indent="-342900" lvl="2" marL="1371600" algn="l">
              <a:lnSpc>
                <a:spcPct val="90000"/>
              </a:lnSpc>
              <a:spcBef>
                <a:spcPts val="600"/>
              </a:spcBef>
              <a:spcAft>
                <a:spcPts val="0"/>
              </a:spcAft>
              <a:buClr>
                <a:schemeClr val="dk1"/>
              </a:buClr>
              <a:buSzPts val="1800"/>
              <a:buChar char="•"/>
              <a:defRPr/>
            </a:lvl3pPr>
            <a:lvl4pPr indent="-342900" lvl="3" marL="1828800" algn="l">
              <a:lnSpc>
                <a:spcPct val="90000"/>
              </a:lnSpc>
              <a:spcBef>
                <a:spcPts val="600"/>
              </a:spcBef>
              <a:spcAft>
                <a:spcPts val="0"/>
              </a:spcAft>
              <a:buClr>
                <a:schemeClr val="dk1"/>
              </a:buClr>
              <a:buSzPts val="1800"/>
              <a:buChar char="•"/>
              <a:defRPr/>
            </a:lvl4pPr>
            <a:lvl5pPr indent="-342900" lvl="4" marL="2286000" algn="l">
              <a:lnSpc>
                <a:spcPct val="90000"/>
              </a:lnSpc>
              <a:spcBef>
                <a:spcPts val="600"/>
              </a:spcBef>
              <a:spcAft>
                <a:spcPts val="0"/>
              </a:spcAft>
              <a:buClr>
                <a:schemeClr val="dk1"/>
              </a:buClr>
              <a:buSzPts val="1800"/>
              <a:buChar char="•"/>
              <a:defRPr/>
            </a:lvl5pPr>
            <a:lvl6pPr indent="-342900" lvl="5" marL="2743200" algn="l">
              <a:lnSpc>
                <a:spcPct val="90000"/>
              </a:lnSpc>
              <a:spcBef>
                <a:spcPts val="600"/>
              </a:spcBef>
              <a:spcAft>
                <a:spcPts val="0"/>
              </a:spcAft>
              <a:buClr>
                <a:schemeClr val="dk1"/>
              </a:buClr>
              <a:buSzPts val="1800"/>
              <a:buChar char="•"/>
              <a:defRPr/>
            </a:lvl6pPr>
            <a:lvl7pPr indent="-342900" lvl="6" marL="3200400" algn="l">
              <a:lnSpc>
                <a:spcPct val="90000"/>
              </a:lnSpc>
              <a:spcBef>
                <a:spcPts val="600"/>
              </a:spcBef>
              <a:spcAft>
                <a:spcPts val="0"/>
              </a:spcAft>
              <a:buClr>
                <a:schemeClr val="dk1"/>
              </a:buClr>
              <a:buSzPts val="1800"/>
              <a:buChar char="•"/>
              <a:defRPr/>
            </a:lvl7pPr>
            <a:lvl8pPr indent="-342900" lvl="7" marL="3657600" algn="l">
              <a:lnSpc>
                <a:spcPct val="90000"/>
              </a:lnSpc>
              <a:spcBef>
                <a:spcPts val="600"/>
              </a:spcBef>
              <a:spcAft>
                <a:spcPts val="0"/>
              </a:spcAft>
              <a:buClr>
                <a:schemeClr val="dk1"/>
              </a:buClr>
              <a:buSzPts val="1800"/>
              <a:buChar char="•"/>
              <a:defRPr/>
            </a:lvl8pPr>
            <a:lvl9pPr indent="-342900" lvl="8" marL="4114800" algn="l">
              <a:lnSpc>
                <a:spcPct val="90000"/>
              </a:lnSpc>
              <a:spcBef>
                <a:spcPts val="600"/>
              </a:spcBef>
              <a:spcAft>
                <a:spcPts val="0"/>
              </a:spcAft>
              <a:buClr>
                <a:schemeClr val="dk1"/>
              </a:buClr>
              <a:buSzPts val="1800"/>
              <a:buChar char="•"/>
              <a:defRPr/>
            </a:lvl9pPr>
          </a:lstStyle>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Content" type="twoObj">
  <p:cSld name="TWO_OBJECTS">
    <p:spTree>
      <p:nvGrpSpPr>
        <p:cNvPr id="41" name="Shape 41"/>
        <p:cNvGrpSpPr/>
        <p:nvPr/>
      </p:nvGrpSpPr>
      <p:grpSpPr>
        <a:xfrm>
          <a:off x="0" y="0"/>
          <a:ext cx="0" cy="0"/>
          <a:chOff x="0" y="0"/>
          <a:chExt cx="0" cy="0"/>
        </a:xfrm>
      </p:grpSpPr>
      <p:sp>
        <p:nvSpPr>
          <p:cNvPr id="42" name="Google Shape;42;p13"/>
          <p:cNvSpPr txBox="1"/>
          <p:nvPr>
            <p:ph type="title"/>
          </p:nvPr>
        </p:nvSpPr>
        <p:spPr>
          <a:xfrm>
            <a:off x="0" y="0"/>
            <a:ext cx="8777664" cy="1096848"/>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3" name="Google Shape;43;p13"/>
          <p:cNvSpPr txBox="1"/>
          <p:nvPr>
            <p:ph idx="1" type="body"/>
          </p:nvPr>
        </p:nvSpPr>
        <p:spPr>
          <a:xfrm>
            <a:off x="731520" y="1925424"/>
            <a:ext cx="6425280" cy="4772736"/>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200"/>
              </a:spcBef>
              <a:spcAft>
                <a:spcPts val="0"/>
              </a:spcAft>
              <a:buClr>
                <a:schemeClr val="dk1"/>
              </a:buClr>
              <a:buSzPts val="1800"/>
              <a:buChar char="•"/>
              <a:defRPr/>
            </a:lvl1pPr>
            <a:lvl2pPr indent="-342900" lvl="1" marL="914400" algn="l">
              <a:lnSpc>
                <a:spcPct val="90000"/>
              </a:lnSpc>
              <a:spcBef>
                <a:spcPts val="600"/>
              </a:spcBef>
              <a:spcAft>
                <a:spcPts val="0"/>
              </a:spcAft>
              <a:buClr>
                <a:schemeClr val="dk1"/>
              </a:buClr>
              <a:buSzPts val="1800"/>
              <a:buChar char="•"/>
              <a:defRPr/>
            </a:lvl2pPr>
            <a:lvl3pPr indent="-342900" lvl="2" marL="1371600" algn="l">
              <a:lnSpc>
                <a:spcPct val="90000"/>
              </a:lnSpc>
              <a:spcBef>
                <a:spcPts val="600"/>
              </a:spcBef>
              <a:spcAft>
                <a:spcPts val="0"/>
              </a:spcAft>
              <a:buClr>
                <a:schemeClr val="dk1"/>
              </a:buClr>
              <a:buSzPts val="1800"/>
              <a:buChar char="•"/>
              <a:defRPr/>
            </a:lvl3pPr>
            <a:lvl4pPr indent="-342900" lvl="3" marL="1828800" algn="l">
              <a:lnSpc>
                <a:spcPct val="90000"/>
              </a:lnSpc>
              <a:spcBef>
                <a:spcPts val="600"/>
              </a:spcBef>
              <a:spcAft>
                <a:spcPts val="0"/>
              </a:spcAft>
              <a:buClr>
                <a:schemeClr val="dk1"/>
              </a:buClr>
              <a:buSzPts val="1800"/>
              <a:buChar char="•"/>
              <a:defRPr/>
            </a:lvl4pPr>
            <a:lvl5pPr indent="-342900" lvl="4" marL="2286000" algn="l">
              <a:lnSpc>
                <a:spcPct val="90000"/>
              </a:lnSpc>
              <a:spcBef>
                <a:spcPts val="600"/>
              </a:spcBef>
              <a:spcAft>
                <a:spcPts val="0"/>
              </a:spcAft>
              <a:buClr>
                <a:schemeClr val="dk1"/>
              </a:buClr>
              <a:buSzPts val="1800"/>
              <a:buChar char="•"/>
              <a:defRPr/>
            </a:lvl5pPr>
            <a:lvl6pPr indent="-342900" lvl="5" marL="2743200" algn="l">
              <a:lnSpc>
                <a:spcPct val="90000"/>
              </a:lnSpc>
              <a:spcBef>
                <a:spcPts val="600"/>
              </a:spcBef>
              <a:spcAft>
                <a:spcPts val="0"/>
              </a:spcAft>
              <a:buClr>
                <a:schemeClr val="dk1"/>
              </a:buClr>
              <a:buSzPts val="1800"/>
              <a:buChar char="•"/>
              <a:defRPr/>
            </a:lvl6pPr>
            <a:lvl7pPr indent="-342900" lvl="6" marL="3200400" algn="l">
              <a:lnSpc>
                <a:spcPct val="90000"/>
              </a:lnSpc>
              <a:spcBef>
                <a:spcPts val="600"/>
              </a:spcBef>
              <a:spcAft>
                <a:spcPts val="0"/>
              </a:spcAft>
              <a:buClr>
                <a:schemeClr val="dk1"/>
              </a:buClr>
              <a:buSzPts val="1800"/>
              <a:buChar char="•"/>
              <a:defRPr/>
            </a:lvl7pPr>
            <a:lvl8pPr indent="-342900" lvl="7" marL="3657600" algn="l">
              <a:lnSpc>
                <a:spcPct val="90000"/>
              </a:lnSpc>
              <a:spcBef>
                <a:spcPts val="600"/>
              </a:spcBef>
              <a:spcAft>
                <a:spcPts val="0"/>
              </a:spcAft>
              <a:buClr>
                <a:schemeClr val="dk1"/>
              </a:buClr>
              <a:buSzPts val="1800"/>
              <a:buChar char="•"/>
              <a:defRPr/>
            </a:lvl8pPr>
            <a:lvl9pPr indent="-342900" lvl="8" marL="4114800" algn="l">
              <a:lnSpc>
                <a:spcPct val="90000"/>
              </a:lnSpc>
              <a:spcBef>
                <a:spcPts val="600"/>
              </a:spcBef>
              <a:spcAft>
                <a:spcPts val="0"/>
              </a:spcAft>
              <a:buClr>
                <a:schemeClr val="dk1"/>
              </a:buClr>
              <a:buSzPts val="1800"/>
              <a:buChar char="•"/>
              <a:defRPr/>
            </a:lvl9pPr>
          </a:lstStyle>
          <a:p/>
        </p:txBody>
      </p:sp>
      <p:sp>
        <p:nvSpPr>
          <p:cNvPr id="44" name="Google Shape;44;p13"/>
          <p:cNvSpPr txBox="1"/>
          <p:nvPr>
            <p:ph idx="2" type="body"/>
          </p:nvPr>
        </p:nvSpPr>
        <p:spPr>
          <a:xfrm>
            <a:off x="7478784" y="1925424"/>
            <a:ext cx="6425280" cy="4772736"/>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200"/>
              </a:spcBef>
              <a:spcAft>
                <a:spcPts val="0"/>
              </a:spcAft>
              <a:buClr>
                <a:schemeClr val="dk1"/>
              </a:buClr>
              <a:buSzPts val="1800"/>
              <a:buChar char="•"/>
              <a:defRPr/>
            </a:lvl1pPr>
            <a:lvl2pPr indent="-342900" lvl="1" marL="914400" algn="l">
              <a:lnSpc>
                <a:spcPct val="90000"/>
              </a:lnSpc>
              <a:spcBef>
                <a:spcPts val="600"/>
              </a:spcBef>
              <a:spcAft>
                <a:spcPts val="0"/>
              </a:spcAft>
              <a:buClr>
                <a:schemeClr val="dk1"/>
              </a:buClr>
              <a:buSzPts val="1800"/>
              <a:buChar char="•"/>
              <a:defRPr/>
            </a:lvl2pPr>
            <a:lvl3pPr indent="-342900" lvl="2" marL="1371600" algn="l">
              <a:lnSpc>
                <a:spcPct val="90000"/>
              </a:lnSpc>
              <a:spcBef>
                <a:spcPts val="600"/>
              </a:spcBef>
              <a:spcAft>
                <a:spcPts val="0"/>
              </a:spcAft>
              <a:buClr>
                <a:schemeClr val="dk1"/>
              </a:buClr>
              <a:buSzPts val="1800"/>
              <a:buChar char="•"/>
              <a:defRPr/>
            </a:lvl3pPr>
            <a:lvl4pPr indent="-342900" lvl="3" marL="1828800" algn="l">
              <a:lnSpc>
                <a:spcPct val="90000"/>
              </a:lnSpc>
              <a:spcBef>
                <a:spcPts val="600"/>
              </a:spcBef>
              <a:spcAft>
                <a:spcPts val="0"/>
              </a:spcAft>
              <a:buClr>
                <a:schemeClr val="dk1"/>
              </a:buClr>
              <a:buSzPts val="1800"/>
              <a:buChar char="•"/>
              <a:defRPr/>
            </a:lvl4pPr>
            <a:lvl5pPr indent="-342900" lvl="4" marL="2286000" algn="l">
              <a:lnSpc>
                <a:spcPct val="90000"/>
              </a:lnSpc>
              <a:spcBef>
                <a:spcPts val="600"/>
              </a:spcBef>
              <a:spcAft>
                <a:spcPts val="0"/>
              </a:spcAft>
              <a:buClr>
                <a:schemeClr val="dk1"/>
              </a:buClr>
              <a:buSzPts val="1800"/>
              <a:buChar char="•"/>
              <a:defRPr/>
            </a:lvl5pPr>
            <a:lvl6pPr indent="-342900" lvl="5" marL="2743200" algn="l">
              <a:lnSpc>
                <a:spcPct val="90000"/>
              </a:lnSpc>
              <a:spcBef>
                <a:spcPts val="600"/>
              </a:spcBef>
              <a:spcAft>
                <a:spcPts val="0"/>
              </a:spcAft>
              <a:buClr>
                <a:schemeClr val="dk1"/>
              </a:buClr>
              <a:buSzPts val="1800"/>
              <a:buChar char="•"/>
              <a:defRPr/>
            </a:lvl6pPr>
            <a:lvl7pPr indent="-342900" lvl="6" marL="3200400" algn="l">
              <a:lnSpc>
                <a:spcPct val="90000"/>
              </a:lnSpc>
              <a:spcBef>
                <a:spcPts val="600"/>
              </a:spcBef>
              <a:spcAft>
                <a:spcPts val="0"/>
              </a:spcAft>
              <a:buClr>
                <a:schemeClr val="dk1"/>
              </a:buClr>
              <a:buSzPts val="1800"/>
              <a:buChar char="•"/>
              <a:defRPr/>
            </a:lvl7pPr>
            <a:lvl8pPr indent="-342900" lvl="7" marL="3657600" algn="l">
              <a:lnSpc>
                <a:spcPct val="90000"/>
              </a:lnSpc>
              <a:spcBef>
                <a:spcPts val="600"/>
              </a:spcBef>
              <a:spcAft>
                <a:spcPts val="0"/>
              </a:spcAft>
              <a:buClr>
                <a:schemeClr val="dk1"/>
              </a:buClr>
              <a:buSzPts val="1800"/>
              <a:buChar char="•"/>
              <a:defRPr/>
            </a:lvl8pPr>
            <a:lvl9pPr indent="-342900" lvl="8" marL="4114800" algn="l">
              <a:lnSpc>
                <a:spcPct val="90000"/>
              </a:lnSpc>
              <a:spcBef>
                <a:spcPts val="600"/>
              </a:spcBef>
              <a:spcAft>
                <a:spcPts val="0"/>
              </a:spcAft>
              <a:buClr>
                <a:schemeClr val="dk1"/>
              </a:buClr>
              <a:buSzPts val="1800"/>
              <a:buChar char="•"/>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5" name="Shape 45"/>
        <p:cNvGrpSpPr/>
        <p:nvPr/>
      </p:nvGrpSpPr>
      <p:grpSpPr>
        <a:xfrm>
          <a:off x="0" y="0"/>
          <a:ext cx="0" cy="0"/>
          <a:chOff x="0" y="0"/>
          <a:chExt cx="0" cy="0"/>
        </a:xfrm>
      </p:grpSpPr>
      <p:sp>
        <p:nvSpPr>
          <p:cNvPr id="46" name="Google Shape;46;p14"/>
          <p:cNvSpPr txBox="1"/>
          <p:nvPr>
            <p:ph type="title"/>
          </p:nvPr>
        </p:nvSpPr>
        <p:spPr>
          <a:xfrm>
            <a:off x="0" y="0"/>
            <a:ext cx="8777664" cy="1096848"/>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entered Text" type="objOnly">
  <p:cSld name="OBJECT_ONLY">
    <p:spTree>
      <p:nvGrpSpPr>
        <p:cNvPr id="47" name="Shape 47"/>
        <p:cNvGrpSpPr/>
        <p:nvPr/>
      </p:nvGrpSpPr>
      <p:grpSpPr>
        <a:xfrm>
          <a:off x="0" y="0"/>
          <a:ext cx="0" cy="0"/>
          <a:chOff x="0" y="0"/>
          <a:chExt cx="0" cy="0"/>
        </a:xfrm>
      </p:grpSpPr>
      <p:sp>
        <p:nvSpPr>
          <p:cNvPr id="48" name="Google Shape;48;p15"/>
          <p:cNvSpPr txBox="1"/>
          <p:nvPr>
            <p:ph idx="1" type="subTitle"/>
          </p:nvPr>
        </p:nvSpPr>
        <p:spPr>
          <a:xfrm>
            <a:off x="0" y="0"/>
            <a:ext cx="8777664" cy="5085936"/>
          </a:xfrm>
          <a:prstGeom prst="rect">
            <a:avLst/>
          </a:prstGeom>
          <a:noFill/>
          <a:ln>
            <a:noFill/>
          </a:ln>
        </p:spPr>
        <p:txBody>
          <a:bodyPr anchorCtr="0" anchor="ctr" bIns="0" lIns="0" spcFirstLastPara="1" rIns="0" wrap="square" tIns="0">
            <a:noAutofit/>
          </a:bodyPr>
          <a:lstStyle>
            <a:lvl1pPr lvl="0" algn="l">
              <a:lnSpc>
                <a:spcPct val="90000"/>
              </a:lnSpc>
              <a:spcBef>
                <a:spcPts val="1200"/>
              </a:spcBef>
              <a:spcAft>
                <a:spcPts val="0"/>
              </a:spcAft>
              <a:buClr>
                <a:schemeClr val="dk1"/>
              </a:buClr>
              <a:buSzPts val="1800"/>
              <a:buChar char="•"/>
              <a:defRPr/>
            </a:lvl1pPr>
            <a:lvl2pPr lvl="1" algn="l">
              <a:lnSpc>
                <a:spcPct val="90000"/>
              </a:lnSpc>
              <a:spcBef>
                <a:spcPts val="600"/>
              </a:spcBef>
              <a:spcAft>
                <a:spcPts val="0"/>
              </a:spcAft>
              <a:buClr>
                <a:schemeClr val="dk1"/>
              </a:buClr>
              <a:buSzPts val="1800"/>
              <a:buChar char="•"/>
              <a:defRPr/>
            </a:lvl2pPr>
            <a:lvl3pPr lvl="2" algn="l">
              <a:lnSpc>
                <a:spcPct val="90000"/>
              </a:lnSpc>
              <a:spcBef>
                <a:spcPts val="600"/>
              </a:spcBef>
              <a:spcAft>
                <a:spcPts val="0"/>
              </a:spcAft>
              <a:buClr>
                <a:schemeClr val="dk1"/>
              </a:buClr>
              <a:buSzPts val="1800"/>
              <a:buChar char="•"/>
              <a:defRPr/>
            </a:lvl3pPr>
            <a:lvl4pPr lvl="3" algn="l">
              <a:lnSpc>
                <a:spcPct val="90000"/>
              </a:lnSpc>
              <a:spcBef>
                <a:spcPts val="600"/>
              </a:spcBef>
              <a:spcAft>
                <a:spcPts val="0"/>
              </a:spcAft>
              <a:buClr>
                <a:schemeClr val="dk1"/>
              </a:buClr>
              <a:buSzPts val="1800"/>
              <a:buChar char="•"/>
              <a:defRPr/>
            </a:lvl4pPr>
            <a:lvl5pPr lvl="4" algn="l">
              <a:lnSpc>
                <a:spcPct val="90000"/>
              </a:lnSpc>
              <a:spcBef>
                <a:spcPts val="600"/>
              </a:spcBef>
              <a:spcAft>
                <a:spcPts val="0"/>
              </a:spcAft>
              <a:buClr>
                <a:schemeClr val="dk1"/>
              </a:buClr>
              <a:buSzPts val="1800"/>
              <a:buChar char="•"/>
              <a:defRPr/>
            </a:lvl5pPr>
            <a:lvl6pPr lvl="5" algn="l">
              <a:lnSpc>
                <a:spcPct val="90000"/>
              </a:lnSpc>
              <a:spcBef>
                <a:spcPts val="600"/>
              </a:spcBef>
              <a:spcAft>
                <a:spcPts val="0"/>
              </a:spcAft>
              <a:buClr>
                <a:schemeClr val="dk1"/>
              </a:buClr>
              <a:buSzPts val="1800"/>
              <a:buChar char="•"/>
              <a:defRPr/>
            </a:lvl6pPr>
            <a:lvl7pPr lvl="6" algn="l">
              <a:lnSpc>
                <a:spcPct val="90000"/>
              </a:lnSpc>
              <a:spcBef>
                <a:spcPts val="600"/>
              </a:spcBef>
              <a:spcAft>
                <a:spcPts val="0"/>
              </a:spcAft>
              <a:buClr>
                <a:schemeClr val="dk1"/>
              </a:buClr>
              <a:buSzPts val="1800"/>
              <a:buChar char="•"/>
              <a:defRPr/>
            </a:lvl7pPr>
            <a:lvl8pPr lvl="7" algn="l">
              <a:lnSpc>
                <a:spcPct val="90000"/>
              </a:lnSpc>
              <a:spcBef>
                <a:spcPts val="600"/>
              </a:spcBef>
              <a:spcAft>
                <a:spcPts val="0"/>
              </a:spcAft>
              <a:buClr>
                <a:schemeClr val="dk1"/>
              </a:buClr>
              <a:buSzPts val="1800"/>
              <a:buChar char="•"/>
              <a:defRPr/>
            </a:lvl8pPr>
            <a:lvl9pPr lvl="8" algn="l">
              <a:lnSpc>
                <a:spcPct val="90000"/>
              </a:lnSpc>
              <a:spcBef>
                <a:spcPts val="600"/>
              </a:spcBef>
              <a:spcAft>
                <a:spcPts val="0"/>
              </a:spcAft>
              <a:buClr>
                <a:schemeClr val="dk1"/>
              </a:buClr>
              <a:buSzPts val="1800"/>
              <a:buChar char="•"/>
              <a:defRPr/>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Content and Content" type="twoObjAndObj">
  <p:cSld name="TWO_OBJECTS_AND_OBJECT">
    <p:spTree>
      <p:nvGrpSpPr>
        <p:cNvPr id="49" name="Shape 49"/>
        <p:cNvGrpSpPr/>
        <p:nvPr/>
      </p:nvGrpSpPr>
      <p:grpSpPr>
        <a:xfrm>
          <a:off x="0" y="0"/>
          <a:ext cx="0" cy="0"/>
          <a:chOff x="0" y="0"/>
          <a:chExt cx="0" cy="0"/>
        </a:xfrm>
      </p:grpSpPr>
      <p:sp>
        <p:nvSpPr>
          <p:cNvPr id="50" name="Google Shape;50;p16"/>
          <p:cNvSpPr txBox="1"/>
          <p:nvPr>
            <p:ph type="title"/>
          </p:nvPr>
        </p:nvSpPr>
        <p:spPr>
          <a:xfrm>
            <a:off x="0" y="0"/>
            <a:ext cx="8777664" cy="1096848"/>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1" name="Google Shape;51;p16"/>
          <p:cNvSpPr txBox="1"/>
          <p:nvPr>
            <p:ph idx="1" type="body"/>
          </p:nvPr>
        </p:nvSpPr>
        <p:spPr>
          <a:xfrm>
            <a:off x="731520" y="1925424"/>
            <a:ext cx="6425280" cy="2276208"/>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200"/>
              </a:spcBef>
              <a:spcAft>
                <a:spcPts val="0"/>
              </a:spcAft>
              <a:buClr>
                <a:schemeClr val="dk1"/>
              </a:buClr>
              <a:buSzPts val="1800"/>
              <a:buChar char="•"/>
              <a:defRPr/>
            </a:lvl1pPr>
            <a:lvl2pPr indent="-342900" lvl="1" marL="914400" algn="l">
              <a:lnSpc>
                <a:spcPct val="90000"/>
              </a:lnSpc>
              <a:spcBef>
                <a:spcPts val="600"/>
              </a:spcBef>
              <a:spcAft>
                <a:spcPts val="0"/>
              </a:spcAft>
              <a:buClr>
                <a:schemeClr val="dk1"/>
              </a:buClr>
              <a:buSzPts val="1800"/>
              <a:buChar char="•"/>
              <a:defRPr/>
            </a:lvl2pPr>
            <a:lvl3pPr indent="-342900" lvl="2" marL="1371600" algn="l">
              <a:lnSpc>
                <a:spcPct val="90000"/>
              </a:lnSpc>
              <a:spcBef>
                <a:spcPts val="600"/>
              </a:spcBef>
              <a:spcAft>
                <a:spcPts val="0"/>
              </a:spcAft>
              <a:buClr>
                <a:schemeClr val="dk1"/>
              </a:buClr>
              <a:buSzPts val="1800"/>
              <a:buChar char="•"/>
              <a:defRPr/>
            </a:lvl3pPr>
            <a:lvl4pPr indent="-342900" lvl="3" marL="1828800" algn="l">
              <a:lnSpc>
                <a:spcPct val="90000"/>
              </a:lnSpc>
              <a:spcBef>
                <a:spcPts val="600"/>
              </a:spcBef>
              <a:spcAft>
                <a:spcPts val="0"/>
              </a:spcAft>
              <a:buClr>
                <a:schemeClr val="dk1"/>
              </a:buClr>
              <a:buSzPts val="1800"/>
              <a:buChar char="•"/>
              <a:defRPr/>
            </a:lvl4pPr>
            <a:lvl5pPr indent="-342900" lvl="4" marL="2286000" algn="l">
              <a:lnSpc>
                <a:spcPct val="90000"/>
              </a:lnSpc>
              <a:spcBef>
                <a:spcPts val="600"/>
              </a:spcBef>
              <a:spcAft>
                <a:spcPts val="0"/>
              </a:spcAft>
              <a:buClr>
                <a:schemeClr val="dk1"/>
              </a:buClr>
              <a:buSzPts val="1800"/>
              <a:buChar char="•"/>
              <a:defRPr/>
            </a:lvl5pPr>
            <a:lvl6pPr indent="-342900" lvl="5" marL="2743200" algn="l">
              <a:lnSpc>
                <a:spcPct val="90000"/>
              </a:lnSpc>
              <a:spcBef>
                <a:spcPts val="600"/>
              </a:spcBef>
              <a:spcAft>
                <a:spcPts val="0"/>
              </a:spcAft>
              <a:buClr>
                <a:schemeClr val="dk1"/>
              </a:buClr>
              <a:buSzPts val="1800"/>
              <a:buChar char="•"/>
              <a:defRPr/>
            </a:lvl6pPr>
            <a:lvl7pPr indent="-342900" lvl="6" marL="3200400" algn="l">
              <a:lnSpc>
                <a:spcPct val="90000"/>
              </a:lnSpc>
              <a:spcBef>
                <a:spcPts val="600"/>
              </a:spcBef>
              <a:spcAft>
                <a:spcPts val="0"/>
              </a:spcAft>
              <a:buClr>
                <a:schemeClr val="dk1"/>
              </a:buClr>
              <a:buSzPts val="1800"/>
              <a:buChar char="•"/>
              <a:defRPr/>
            </a:lvl7pPr>
            <a:lvl8pPr indent="-342900" lvl="7" marL="3657600" algn="l">
              <a:lnSpc>
                <a:spcPct val="90000"/>
              </a:lnSpc>
              <a:spcBef>
                <a:spcPts val="600"/>
              </a:spcBef>
              <a:spcAft>
                <a:spcPts val="0"/>
              </a:spcAft>
              <a:buClr>
                <a:schemeClr val="dk1"/>
              </a:buClr>
              <a:buSzPts val="1800"/>
              <a:buChar char="•"/>
              <a:defRPr/>
            </a:lvl8pPr>
            <a:lvl9pPr indent="-342900" lvl="8" marL="4114800" algn="l">
              <a:lnSpc>
                <a:spcPct val="90000"/>
              </a:lnSpc>
              <a:spcBef>
                <a:spcPts val="600"/>
              </a:spcBef>
              <a:spcAft>
                <a:spcPts val="0"/>
              </a:spcAft>
              <a:buClr>
                <a:schemeClr val="dk1"/>
              </a:buClr>
              <a:buSzPts val="1800"/>
              <a:buChar char="•"/>
              <a:defRPr/>
            </a:lvl9pPr>
          </a:lstStyle>
          <a:p/>
        </p:txBody>
      </p:sp>
      <p:sp>
        <p:nvSpPr>
          <p:cNvPr id="52" name="Google Shape;52;p16"/>
          <p:cNvSpPr txBox="1"/>
          <p:nvPr>
            <p:ph idx="2" type="body"/>
          </p:nvPr>
        </p:nvSpPr>
        <p:spPr>
          <a:xfrm>
            <a:off x="7478784" y="1925424"/>
            <a:ext cx="6425280" cy="4772736"/>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200"/>
              </a:spcBef>
              <a:spcAft>
                <a:spcPts val="0"/>
              </a:spcAft>
              <a:buClr>
                <a:schemeClr val="dk1"/>
              </a:buClr>
              <a:buSzPts val="1800"/>
              <a:buChar char="•"/>
              <a:defRPr/>
            </a:lvl1pPr>
            <a:lvl2pPr indent="-342900" lvl="1" marL="914400" algn="l">
              <a:lnSpc>
                <a:spcPct val="90000"/>
              </a:lnSpc>
              <a:spcBef>
                <a:spcPts val="600"/>
              </a:spcBef>
              <a:spcAft>
                <a:spcPts val="0"/>
              </a:spcAft>
              <a:buClr>
                <a:schemeClr val="dk1"/>
              </a:buClr>
              <a:buSzPts val="1800"/>
              <a:buChar char="•"/>
              <a:defRPr/>
            </a:lvl2pPr>
            <a:lvl3pPr indent="-342900" lvl="2" marL="1371600" algn="l">
              <a:lnSpc>
                <a:spcPct val="90000"/>
              </a:lnSpc>
              <a:spcBef>
                <a:spcPts val="600"/>
              </a:spcBef>
              <a:spcAft>
                <a:spcPts val="0"/>
              </a:spcAft>
              <a:buClr>
                <a:schemeClr val="dk1"/>
              </a:buClr>
              <a:buSzPts val="1800"/>
              <a:buChar char="•"/>
              <a:defRPr/>
            </a:lvl3pPr>
            <a:lvl4pPr indent="-342900" lvl="3" marL="1828800" algn="l">
              <a:lnSpc>
                <a:spcPct val="90000"/>
              </a:lnSpc>
              <a:spcBef>
                <a:spcPts val="600"/>
              </a:spcBef>
              <a:spcAft>
                <a:spcPts val="0"/>
              </a:spcAft>
              <a:buClr>
                <a:schemeClr val="dk1"/>
              </a:buClr>
              <a:buSzPts val="1800"/>
              <a:buChar char="•"/>
              <a:defRPr/>
            </a:lvl4pPr>
            <a:lvl5pPr indent="-342900" lvl="4" marL="2286000" algn="l">
              <a:lnSpc>
                <a:spcPct val="90000"/>
              </a:lnSpc>
              <a:spcBef>
                <a:spcPts val="600"/>
              </a:spcBef>
              <a:spcAft>
                <a:spcPts val="0"/>
              </a:spcAft>
              <a:buClr>
                <a:schemeClr val="dk1"/>
              </a:buClr>
              <a:buSzPts val="1800"/>
              <a:buChar char="•"/>
              <a:defRPr/>
            </a:lvl5pPr>
            <a:lvl6pPr indent="-342900" lvl="5" marL="2743200" algn="l">
              <a:lnSpc>
                <a:spcPct val="90000"/>
              </a:lnSpc>
              <a:spcBef>
                <a:spcPts val="600"/>
              </a:spcBef>
              <a:spcAft>
                <a:spcPts val="0"/>
              </a:spcAft>
              <a:buClr>
                <a:schemeClr val="dk1"/>
              </a:buClr>
              <a:buSzPts val="1800"/>
              <a:buChar char="•"/>
              <a:defRPr/>
            </a:lvl6pPr>
            <a:lvl7pPr indent="-342900" lvl="6" marL="3200400" algn="l">
              <a:lnSpc>
                <a:spcPct val="90000"/>
              </a:lnSpc>
              <a:spcBef>
                <a:spcPts val="600"/>
              </a:spcBef>
              <a:spcAft>
                <a:spcPts val="0"/>
              </a:spcAft>
              <a:buClr>
                <a:schemeClr val="dk1"/>
              </a:buClr>
              <a:buSzPts val="1800"/>
              <a:buChar char="•"/>
              <a:defRPr/>
            </a:lvl7pPr>
            <a:lvl8pPr indent="-342900" lvl="7" marL="3657600" algn="l">
              <a:lnSpc>
                <a:spcPct val="90000"/>
              </a:lnSpc>
              <a:spcBef>
                <a:spcPts val="600"/>
              </a:spcBef>
              <a:spcAft>
                <a:spcPts val="0"/>
              </a:spcAft>
              <a:buClr>
                <a:schemeClr val="dk1"/>
              </a:buClr>
              <a:buSzPts val="1800"/>
              <a:buChar char="•"/>
              <a:defRPr/>
            </a:lvl8pPr>
            <a:lvl9pPr indent="-342900" lvl="8" marL="4114800" algn="l">
              <a:lnSpc>
                <a:spcPct val="90000"/>
              </a:lnSpc>
              <a:spcBef>
                <a:spcPts val="600"/>
              </a:spcBef>
              <a:spcAft>
                <a:spcPts val="0"/>
              </a:spcAft>
              <a:buClr>
                <a:schemeClr val="dk1"/>
              </a:buClr>
              <a:buSzPts val="1800"/>
              <a:buChar char="•"/>
              <a:defRPr/>
            </a:lvl9pPr>
          </a:lstStyle>
          <a:p/>
        </p:txBody>
      </p:sp>
      <p:sp>
        <p:nvSpPr>
          <p:cNvPr id="53" name="Google Shape;53;p16"/>
          <p:cNvSpPr txBox="1"/>
          <p:nvPr>
            <p:ph idx="3" type="body"/>
          </p:nvPr>
        </p:nvSpPr>
        <p:spPr>
          <a:xfrm>
            <a:off x="731520" y="4418496"/>
            <a:ext cx="6425280" cy="2276208"/>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200"/>
              </a:spcBef>
              <a:spcAft>
                <a:spcPts val="0"/>
              </a:spcAft>
              <a:buClr>
                <a:schemeClr val="dk1"/>
              </a:buClr>
              <a:buSzPts val="1800"/>
              <a:buChar char="•"/>
              <a:defRPr/>
            </a:lvl1pPr>
            <a:lvl2pPr indent="-342900" lvl="1" marL="914400" algn="l">
              <a:lnSpc>
                <a:spcPct val="90000"/>
              </a:lnSpc>
              <a:spcBef>
                <a:spcPts val="600"/>
              </a:spcBef>
              <a:spcAft>
                <a:spcPts val="0"/>
              </a:spcAft>
              <a:buClr>
                <a:schemeClr val="dk1"/>
              </a:buClr>
              <a:buSzPts val="1800"/>
              <a:buChar char="•"/>
              <a:defRPr/>
            </a:lvl2pPr>
            <a:lvl3pPr indent="-342900" lvl="2" marL="1371600" algn="l">
              <a:lnSpc>
                <a:spcPct val="90000"/>
              </a:lnSpc>
              <a:spcBef>
                <a:spcPts val="600"/>
              </a:spcBef>
              <a:spcAft>
                <a:spcPts val="0"/>
              </a:spcAft>
              <a:buClr>
                <a:schemeClr val="dk1"/>
              </a:buClr>
              <a:buSzPts val="1800"/>
              <a:buChar char="•"/>
              <a:defRPr/>
            </a:lvl3pPr>
            <a:lvl4pPr indent="-342900" lvl="3" marL="1828800" algn="l">
              <a:lnSpc>
                <a:spcPct val="90000"/>
              </a:lnSpc>
              <a:spcBef>
                <a:spcPts val="600"/>
              </a:spcBef>
              <a:spcAft>
                <a:spcPts val="0"/>
              </a:spcAft>
              <a:buClr>
                <a:schemeClr val="dk1"/>
              </a:buClr>
              <a:buSzPts val="1800"/>
              <a:buChar char="•"/>
              <a:defRPr/>
            </a:lvl4pPr>
            <a:lvl5pPr indent="-342900" lvl="4" marL="2286000" algn="l">
              <a:lnSpc>
                <a:spcPct val="90000"/>
              </a:lnSpc>
              <a:spcBef>
                <a:spcPts val="600"/>
              </a:spcBef>
              <a:spcAft>
                <a:spcPts val="0"/>
              </a:spcAft>
              <a:buClr>
                <a:schemeClr val="dk1"/>
              </a:buClr>
              <a:buSzPts val="1800"/>
              <a:buChar char="•"/>
              <a:defRPr/>
            </a:lvl5pPr>
            <a:lvl6pPr indent="-342900" lvl="5" marL="2743200" algn="l">
              <a:lnSpc>
                <a:spcPct val="90000"/>
              </a:lnSpc>
              <a:spcBef>
                <a:spcPts val="600"/>
              </a:spcBef>
              <a:spcAft>
                <a:spcPts val="0"/>
              </a:spcAft>
              <a:buClr>
                <a:schemeClr val="dk1"/>
              </a:buClr>
              <a:buSzPts val="1800"/>
              <a:buChar char="•"/>
              <a:defRPr/>
            </a:lvl6pPr>
            <a:lvl7pPr indent="-342900" lvl="6" marL="3200400" algn="l">
              <a:lnSpc>
                <a:spcPct val="90000"/>
              </a:lnSpc>
              <a:spcBef>
                <a:spcPts val="600"/>
              </a:spcBef>
              <a:spcAft>
                <a:spcPts val="0"/>
              </a:spcAft>
              <a:buClr>
                <a:schemeClr val="dk1"/>
              </a:buClr>
              <a:buSzPts val="1800"/>
              <a:buChar char="•"/>
              <a:defRPr/>
            </a:lvl7pPr>
            <a:lvl8pPr indent="-342900" lvl="7" marL="3657600" algn="l">
              <a:lnSpc>
                <a:spcPct val="90000"/>
              </a:lnSpc>
              <a:spcBef>
                <a:spcPts val="600"/>
              </a:spcBef>
              <a:spcAft>
                <a:spcPts val="0"/>
              </a:spcAft>
              <a:buClr>
                <a:schemeClr val="dk1"/>
              </a:buClr>
              <a:buSzPts val="1800"/>
              <a:buChar char="•"/>
              <a:defRPr/>
            </a:lvl8pPr>
            <a:lvl9pPr indent="-342900" lvl="8" marL="4114800" algn="l">
              <a:lnSpc>
                <a:spcPct val="90000"/>
              </a:lnSpc>
              <a:spcBef>
                <a:spcPts val="600"/>
              </a:spcBef>
              <a:spcAft>
                <a:spcPts val="0"/>
              </a:spcAft>
              <a:buClr>
                <a:schemeClr val="dk1"/>
              </a:buClr>
              <a:buSzPts val="1800"/>
              <a:buChar char="•"/>
              <a:defRPr/>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and 2 Content" type="objAndTwoObj">
  <p:cSld name="OBJECT_AND_TWO_OBJECTS">
    <p:spTree>
      <p:nvGrpSpPr>
        <p:cNvPr id="54" name="Shape 54"/>
        <p:cNvGrpSpPr/>
        <p:nvPr/>
      </p:nvGrpSpPr>
      <p:grpSpPr>
        <a:xfrm>
          <a:off x="0" y="0"/>
          <a:ext cx="0" cy="0"/>
          <a:chOff x="0" y="0"/>
          <a:chExt cx="0" cy="0"/>
        </a:xfrm>
      </p:grpSpPr>
      <p:sp>
        <p:nvSpPr>
          <p:cNvPr id="55" name="Google Shape;55;p17"/>
          <p:cNvSpPr txBox="1"/>
          <p:nvPr>
            <p:ph type="title"/>
          </p:nvPr>
        </p:nvSpPr>
        <p:spPr>
          <a:xfrm>
            <a:off x="0" y="0"/>
            <a:ext cx="8777664" cy="1096848"/>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 name="Google Shape;56;p17"/>
          <p:cNvSpPr txBox="1"/>
          <p:nvPr>
            <p:ph idx="1" type="body"/>
          </p:nvPr>
        </p:nvSpPr>
        <p:spPr>
          <a:xfrm>
            <a:off x="731520" y="1925424"/>
            <a:ext cx="6425280" cy="4772736"/>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200"/>
              </a:spcBef>
              <a:spcAft>
                <a:spcPts val="0"/>
              </a:spcAft>
              <a:buClr>
                <a:schemeClr val="dk1"/>
              </a:buClr>
              <a:buSzPts val="1800"/>
              <a:buChar char="•"/>
              <a:defRPr/>
            </a:lvl1pPr>
            <a:lvl2pPr indent="-342900" lvl="1" marL="914400" algn="l">
              <a:lnSpc>
                <a:spcPct val="90000"/>
              </a:lnSpc>
              <a:spcBef>
                <a:spcPts val="600"/>
              </a:spcBef>
              <a:spcAft>
                <a:spcPts val="0"/>
              </a:spcAft>
              <a:buClr>
                <a:schemeClr val="dk1"/>
              </a:buClr>
              <a:buSzPts val="1800"/>
              <a:buChar char="•"/>
              <a:defRPr/>
            </a:lvl2pPr>
            <a:lvl3pPr indent="-342900" lvl="2" marL="1371600" algn="l">
              <a:lnSpc>
                <a:spcPct val="90000"/>
              </a:lnSpc>
              <a:spcBef>
                <a:spcPts val="600"/>
              </a:spcBef>
              <a:spcAft>
                <a:spcPts val="0"/>
              </a:spcAft>
              <a:buClr>
                <a:schemeClr val="dk1"/>
              </a:buClr>
              <a:buSzPts val="1800"/>
              <a:buChar char="•"/>
              <a:defRPr/>
            </a:lvl3pPr>
            <a:lvl4pPr indent="-342900" lvl="3" marL="1828800" algn="l">
              <a:lnSpc>
                <a:spcPct val="90000"/>
              </a:lnSpc>
              <a:spcBef>
                <a:spcPts val="600"/>
              </a:spcBef>
              <a:spcAft>
                <a:spcPts val="0"/>
              </a:spcAft>
              <a:buClr>
                <a:schemeClr val="dk1"/>
              </a:buClr>
              <a:buSzPts val="1800"/>
              <a:buChar char="•"/>
              <a:defRPr/>
            </a:lvl4pPr>
            <a:lvl5pPr indent="-342900" lvl="4" marL="2286000" algn="l">
              <a:lnSpc>
                <a:spcPct val="90000"/>
              </a:lnSpc>
              <a:spcBef>
                <a:spcPts val="600"/>
              </a:spcBef>
              <a:spcAft>
                <a:spcPts val="0"/>
              </a:spcAft>
              <a:buClr>
                <a:schemeClr val="dk1"/>
              </a:buClr>
              <a:buSzPts val="1800"/>
              <a:buChar char="•"/>
              <a:defRPr/>
            </a:lvl5pPr>
            <a:lvl6pPr indent="-342900" lvl="5" marL="2743200" algn="l">
              <a:lnSpc>
                <a:spcPct val="90000"/>
              </a:lnSpc>
              <a:spcBef>
                <a:spcPts val="600"/>
              </a:spcBef>
              <a:spcAft>
                <a:spcPts val="0"/>
              </a:spcAft>
              <a:buClr>
                <a:schemeClr val="dk1"/>
              </a:buClr>
              <a:buSzPts val="1800"/>
              <a:buChar char="•"/>
              <a:defRPr/>
            </a:lvl6pPr>
            <a:lvl7pPr indent="-342900" lvl="6" marL="3200400" algn="l">
              <a:lnSpc>
                <a:spcPct val="90000"/>
              </a:lnSpc>
              <a:spcBef>
                <a:spcPts val="600"/>
              </a:spcBef>
              <a:spcAft>
                <a:spcPts val="0"/>
              </a:spcAft>
              <a:buClr>
                <a:schemeClr val="dk1"/>
              </a:buClr>
              <a:buSzPts val="1800"/>
              <a:buChar char="•"/>
              <a:defRPr/>
            </a:lvl7pPr>
            <a:lvl8pPr indent="-342900" lvl="7" marL="3657600" algn="l">
              <a:lnSpc>
                <a:spcPct val="90000"/>
              </a:lnSpc>
              <a:spcBef>
                <a:spcPts val="600"/>
              </a:spcBef>
              <a:spcAft>
                <a:spcPts val="0"/>
              </a:spcAft>
              <a:buClr>
                <a:schemeClr val="dk1"/>
              </a:buClr>
              <a:buSzPts val="1800"/>
              <a:buChar char="•"/>
              <a:defRPr/>
            </a:lvl8pPr>
            <a:lvl9pPr indent="-342900" lvl="8" marL="4114800" algn="l">
              <a:lnSpc>
                <a:spcPct val="90000"/>
              </a:lnSpc>
              <a:spcBef>
                <a:spcPts val="600"/>
              </a:spcBef>
              <a:spcAft>
                <a:spcPts val="0"/>
              </a:spcAft>
              <a:buClr>
                <a:schemeClr val="dk1"/>
              </a:buClr>
              <a:buSzPts val="1800"/>
              <a:buChar char="•"/>
              <a:defRPr/>
            </a:lvl9pPr>
          </a:lstStyle>
          <a:p/>
        </p:txBody>
      </p:sp>
      <p:sp>
        <p:nvSpPr>
          <p:cNvPr id="57" name="Google Shape;57;p17"/>
          <p:cNvSpPr txBox="1"/>
          <p:nvPr>
            <p:ph idx="2" type="body"/>
          </p:nvPr>
        </p:nvSpPr>
        <p:spPr>
          <a:xfrm>
            <a:off x="7478784" y="1925424"/>
            <a:ext cx="6425280" cy="2276208"/>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200"/>
              </a:spcBef>
              <a:spcAft>
                <a:spcPts val="0"/>
              </a:spcAft>
              <a:buClr>
                <a:schemeClr val="dk1"/>
              </a:buClr>
              <a:buSzPts val="1800"/>
              <a:buChar char="•"/>
              <a:defRPr/>
            </a:lvl1pPr>
            <a:lvl2pPr indent="-342900" lvl="1" marL="914400" algn="l">
              <a:lnSpc>
                <a:spcPct val="90000"/>
              </a:lnSpc>
              <a:spcBef>
                <a:spcPts val="600"/>
              </a:spcBef>
              <a:spcAft>
                <a:spcPts val="0"/>
              </a:spcAft>
              <a:buClr>
                <a:schemeClr val="dk1"/>
              </a:buClr>
              <a:buSzPts val="1800"/>
              <a:buChar char="•"/>
              <a:defRPr/>
            </a:lvl2pPr>
            <a:lvl3pPr indent="-342900" lvl="2" marL="1371600" algn="l">
              <a:lnSpc>
                <a:spcPct val="90000"/>
              </a:lnSpc>
              <a:spcBef>
                <a:spcPts val="600"/>
              </a:spcBef>
              <a:spcAft>
                <a:spcPts val="0"/>
              </a:spcAft>
              <a:buClr>
                <a:schemeClr val="dk1"/>
              </a:buClr>
              <a:buSzPts val="1800"/>
              <a:buChar char="•"/>
              <a:defRPr/>
            </a:lvl3pPr>
            <a:lvl4pPr indent="-342900" lvl="3" marL="1828800" algn="l">
              <a:lnSpc>
                <a:spcPct val="90000"/>
              </a:lnSpc>
              <a:spcBef>
                <a:spcPts val="600"/>
              </a:spcBef>
              <a:spcAft>
                <a:spcPts val="0"/>
              </a:spcAft>
              <a:buClr>
                <a:schemeClr val="dk1"/>
              </a:buClr>
              <a:buSzPts val="1800"/>
              <a:buChar char="•"/>
              <a:defRPr/>
            </a:lvl4pPr>
            <a:lvl5pPr indent="-342900" lvl="4" marL="2286000" algn="l">
              <a:lnSpc>
                <a:spcPct val="90000"/>
              </a:lnSpc>
              <a:spcBef>
                <a:spcPts val="600"/>
              </a:spcBef>
              <a:spcAft>
                <a:spcPts val="0"/>
              </a:spcAft>
              <a:buClr>
                <a:schemeClr val="dk1"/>
              </a:buClr>
              <a:buSzPts val="1800"/>
              <a:buChar char="•"/>
              <a:defRPr/>
            </a:lvl5pPr>
            <a:lvl6pPr indent="-342900" lvl="5" marL="2743200" algn="l">
              <a:lnSpc>
                <a:spcPct val="90000"/>
              </a:lnSpc>
              <a:spcBef>
                <a:spcPts val="600"/>
              </a:spcBef>
              <a:spcAft>
                <a:spcPts val="0"/>
              </a:spcAft>
              <a:buClr>
                <a:schemeClr val="dk1"/>
              </a:buClr>
              <a:buSzPts val="1800"/>
              <a:buChar char="•"/>
              <a:defRPr/>
            </a:lvl6pPr>
            <a:lvl7pPr indent="-342900" lvl="6" marL="3200400" algn="l">
              <a:lnSpc>
                <a:spcPct val="90000"/>
              </a:lnSpc>
              <a:spcBef>
                <a:spcPts val="600"/>
              </a:spcBef>
              <a:spcAft>
                <a:spcPts val="0"/>
              </a:spcAft>
              <a:buClr>
                <a:schemeClr val="dk1"/>
              </a:buClr>
              <a:buSzPts val="1800"/>
              <a:buChar char="•"/>
              <a:defRPr/>
            </a:lvl7pPr>
            <a:lvl8pPr indent="-342900" lvl="7" marL="3657600" algn="l">
              <a:lnSpc>
                <a:spcPct val="90000"/>
              </a:lnSpc>
              <a:spcBef>
                <a:spcPts val="600"/>
              </a:spcBef>
              <a:spcAft>
                <a:spcPts val="0"/>
              </a:spcAft>
              <a:buClr>
                <a:schemeClr val="dk1"/>
              </a:buClr>
              <a:buSzPts val="1800"/>
              <a:buChar char="•"/>
              <a:defRPr/>
            </a:lvl8pPr>
            <a:lvl9pPr indent="-342900" lvl="8" marL="4114800" algn="l">
              <a:lnSpc>
                <a:spcPct val="90000"/>
              </a:lnSpc>
              <a:spcBef>
                <a:spcPts val="600"/>
              </a:spcBef>
              <a:spcAft>
                <a:spcPts val="0"/>
              </a:spcAft>
              <a:buClr>
                <a:schemeClr val="dk1"/>
              </a:buClr>
              <a:buSzPts val="1800"/>
              <a:buChar char="•"/>
              <a:defRPr/>
            </a:lvl9pPr>
          </a:lstStyle>
          <a:p/>
        </p:txBody>
      </p:sp>
      <p:sp>
        <p:nvSpPr>
          <p:cNvPr id="58" name="Google Shape;58;p17"/>
          <p:cNvSpPr txBox="1"/>
          <p:nvPr>
            <p:ph idx="3" type="body"/>
          </p:nvPr>
        </p:nvSpPr>
        <p:spPr>
          <a:xfrm>
            <a:off x="7478784" y="4418496"/>
            <a:ext cx="6425280" cy="2276208"/>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200"/>
              </a:spcBef>
              <a:spcAft>
                <a:spcPts val="0"/>
              </a:spcAft>
              <a:buClr>
                <a:schemeClr val="dk1"/>
              </a:buClr>
              <a:buSzPts val="1800"/>
              <a:buChar char="•"/>
              <a:defRPr/>
            </a:lvl1pPr>
            <a:lvl2pPr indent="-342900" lvl="1" marL="914400" algn="l">
              <a:lnSpc>
                <a:spcPct val="90000"/>
              </a:lnSpc>
              <a:spcBef>
                <a:spcPts val="600"/>
              </a:spcBef>
              <a:spcAft>
                <a:spcPts val="0"/>
              </a:spcAft>
              <a:buClr>
                <a:schemeClr val="dk1"/>
              </a:buClr>
              <a:buSzPts val="1800"/>
              <a:buChar char="•"/>
              <a:defRPr/>
            </a:lvl2pPr>
            <a:lvl3pPr indent="-342900" lvl="2" marL="1371600" algn="l">
              <a:lnSpc>
                <a:spcPct val="90000"/>
              </a:lnSpc>
              <a:spcBef>
                <a:spcPts val="600"/>
              </a:spcBef>
              <a:spcAft>
                <a:spcPts val="0"/>
              </a:spcAft>
              <a:buClr>
                <a:schemeClr val="dk1"/>
              </a:buClr>
              <a:buSzPts val="1800"/>
              <a:buChar char="•"/>
              <a:defRPr/>
            </a:lvl3pPr>
            <a:lvl4pPr indent="-342900" lvl="3" marL="1828800" algn="l">
              <a:lnSpc>
                <a:spcPct val="90000"/>
              </a:lnSpc>
              <a:spcBef>
                <a:spcPts val="600"/>
              </a:spcBef>
              <a:spcAft>
                <a:spcPts val="0"/>
              </a:spcAft>
              <a:buClr>
                <a:schemeClr val="dk1"/>
              </a:buClr>
              <a:buSzPts val="1800"/>
              <a:buChar char="•"/>
              <a:defRPr/>
            </a:lvl4pPr>
            <a:lvl5pPr indent="-342900" lvl="4" marL="2286000" algn="l">
              <a:lnSpc>
                <a:spcPct val="90000"/>
              </a:lnSpc>
              <a:spcBef>
                <a:spcPts val="600"/>
              </a:spcBef>
              <a:spcAft>
                <a:spcPts val="0"/>
              </a:spcAft>
              <a:buClr>
                <a:schemeClr val="dk1"/>
              </a:buClr>
              <a:buSzPts val="1800"/>
              <a:buChar char="•"/>
              <a:defRPr/>
            </a:lvl5pPr>
            <a:lvl6pPr indent="-342900" lvl="5" marL="2743200" algn="l">
              <a:lnSpc>
                <a:spcPct val="90000"/>
              </a:lnSpc>
              <a:spcBef>
                <a:spcPts val="600"/>
              </a:spcBef>
              <a:spcAft>
                <a:spcPts val="0"/>
              </a:spcAft>
              <a:buClr>
                <a:schemeClr val="dk1"/>
              </a:buClr>
              <a:buSzPts val="1800"/>
              <a:buChar char="•"/>
              <a:defRPr/>
            </a:lvl6pPr>
            <a:lvl7pPr indent="-342900" lvl="6" marL="3200400" algn="l">
              <a:lnSpc>
                <a:spcPct val="90000"/>
              </a:lnSpc>
              <a:spcBef>
                <a:spcPts val="600"/>
              </a:spcBef>
              <a:spcAft>
                <a:spcPts val="0"/>
              </a:spcAft>
              <a:buClr>
                <a:schemeClr val="dk1"/>
              </a:buClr>
              <a:buSzPts val="1800"/>
              <a:buChar char="•"/>
              <a:defRPr/>
            </a:lvl7pPr>
            <a:lvl8pPr indent="-342900" lvl="7" marL="3657600" algn="l">
              <a:lnSpc>
                <a:spcPct val="90000"/>
              </a:lnSpc>
              <a:spcBef>
                <a:spcPts val="600"/>
              </a:spcBef>
              <a:spcAft>
                <a:spcPts val="0"/>
              </a:spcAft>
              <a:buClr>
                <a:schemeClr val="dk1"/>
              </a:buClr>
              <a:buSzPts val="1800"/>
              <a:buChar char="•"/>
              <a:defRPr/>
            </a:lvl8pPr>
            <a:lvl9pPr indent="-342900" lvl="8" marL="4114800" algn="l">
              <a:lnSpc>
                <a:spcPct val="90000"/>
              </a:lnSpc>
              <a:spcBef>
                <a:spcPts val="600"/>
              </a:spcBef>
              <a:spcAft>
                <a:spcPts val="0"/>
              </a:spcAft>
              <a:buClr>
                <a:schemeClr val="dk1"/>
              </a:buClr>
              <a:buSzPts val="1800"/>
              <a:buChar char="•"/>
              <a:defRPr/>
            </a:lvl9pPr>
          </a:lstStyle>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Content over Content" type="twoObjOverTx">
  <p:cSld name="TWO_OBJECTS_OVER_TEXT">
    <p:spTree>
      <p:nvGrpSpPr>
        <p:cNvPr id="59" name="Shape 59"/>
        <p:cNvGrpSpPr/>
        <p:nvPr/>
      </p:nvGrpSpPr>
      <p:grpSpPr>
        <a:xfrm>
          <a:off x="0" y="0"/>
          <a:ext cx="0" cy="0"/>
          <a:chOff x="0" y="0"/>
          <a:chExt cx="0" cy="0"/>
        </a:xfrm>
      </p:grpSpPr>
      <p:sp>
        <p:nvSpPr>
          <p:cNvPr id="60" name="Google Shape;60;p18"/>
          <p:cNvSpPr txBox="1"/>
          <p:nvPr>
            <p:ph type="title"/>
          </p:nvPr>
        </p:nvSpPr>
        <p:spPr>
          <a:xfrm>
            <a:off x="0" y="0"/>
            <a:ext cx="8777664" cy="1096848"/>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1" name="Google Shape;61;p18"/>
          <p:cNvSpPr txBox="1"/>
          <p:nvPr>
            <p:ph idx="1" type="body"/>
          </p:nvPr>
        </p:nvSpPr>
        <p:spPr>
          <a:xfrm>
            <a:off x="731520" y="1925424"/>
            <a:ext cx="6425280" cy="2276208"/>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200"/>
              </a:spcBef>
              <a:spcAft>
                <a:spcPts val="0"/>
              </a:spcAft>
              <a:buClr>
                <a:schemeClr val="dk1"/>
              </a:buClr>
              <a:buSzPts val="1800"/>
              <a:buChar char="•"/>
              <a:defRPr/>
            </a:lvl1pPr>
            <a:lvl2pPr indent="-342900" lvl="1" marL="914400" algn="l">
              <a:lnSpc>
                <a:spcPct val="90000"/>
              </a:lnSpc>
              <a:spcBef>
                <a:spcPts val="600"/>
              </a:spcBef>
              <a:spcAft>
                <a:spcPts val="0"/>
              </a:spcAft>
              <a:buClr>
                <a:schemeClr val="dk1"/>
              </a:buClr>
              <a:buSzPts val="1800"/>
              <a:buChar char="•"/>
              <a:defRPr/>
            </a:lvl2pPr>
            <a:lvl3pPr indent="-342900" lvl="2" marL="1371600" algn="l">
              <a:lnSpc>
                <a:spcPct val="90000"/>
              </a:lnSpc>
              <a:spcBef>
                <a:spcPts val="600"/>
              </a:spcBef>
              <a:spcAft>
                <a:spcPts val="0"/>
              </a:spcAft>
              <a:buClr>
                <a:schemeClr val="dk1"/>
              </a:buClr>
              <a:buSzPts val="1800"/>
              <a:buChar char="•"/>
              <a:defRPr/>
            </a:lvl3pPr>
            <a:lvl4pPr indent="-342900" lvl="3" marL="1828800" algn="l">
              <a:lnSpc>
                <a:spcPct val="90000"/>
              </a:lnSpc>
              <a:spcBef>
                <a:spcPts val="600"/>
              </a:spcBef>
              <a:spcAft>
                <a:spcPts val="0"/>
              </a:spcAft>
              <a:buClr>
                <a:schemeClr val="dk1"/>
              </a:buClr>
              <a:buSzPts val="1800"/>
              <a:buChar char="•"/>
              <a:defRPr/>
            </a:lvl4pPr>
            <a:lvl5pPr indent="-342900" lvl="4" marL="2286000" algn="l">
              <a:lnSpc>
                <a:spcPct val="90000"/>
              </a:lnSpc>
              <a:spcBef>
                <a:spcPts val="600"/>
              </a:spcBef>
              <a:spcAft>
                <a:spcPts val="0"/>
              </a:spcAft>
              <a:buClr>
                <a:schemeClr val="dk1"/>
              </a:buClr>
              <a:buSzPts val="1800"/>
              <a:buChar char="•"/>
              <a:defRPr/>
            </a:lvl5pPr>
            <a:lvl6pPr indent="-342900" lvl="5" marL="2743200" algn="l">
              <a:lnSpc>
                <a:spcPct val="90000"/>
              </a:lnSpc>
              <a:spcBef>
                <a:spcPts val="600"/>
              </a:spcBef>
              <a:spcAft>
                <a:spcPts val="0"/>
              </a:spcAft>
              <a:buClr>
                <a:schemeClr val="dk1"/>
              </a:buClr>
              <a:buSzPts val="1800"/>
              <a:buChar char="•"/>
              <a:defRPr/>
            </a:lvl6pPr>
            <a:lvl7pPr indent="-342900" lvl="6" marL="3200400" algn="l">
              <a:lnSpc>
                <a:spcPct val="90000"/>
              </a:lnSpc>
              <a:spcBef>
                <a:spcPts val="600"/>
              </a:spcBef>
              <a:spcAft>
                <a:spcPts val="0"/>
              </a:spcAft>
              <a:buClr>
                <a:schemeClr val="dk1"/>
              </a:buClr>
              <a:buSzPts val="1800"/>
              <a:buChar char="•"/>
              <a:defRPr/>
            </a:lvl7pPr>
            <a:lvl8pPr indent="-342900" lvl="7" marL="3657600" algn="l">
              <a:lnSpc>
                <a:spcPct val="90000"/>
              </a:lnSpc>
              <a:spcBef>
                <a:spcPts val="600"/>
              </a:spcBef>
              <a:spcAft>
                <a:spcPts val="0"/>
              </a:spcAft>
              <a:buClr>
                <a:schemeClr val="dk1"/>
              </a:buClr>
              <a:buSzPts val="1800"/>
              <a:buChar char="•"/>
              <a:defRPr/>
            </a:lvl8pPr>
            <a:lvl9pPr indent="-342900" lvl="8" marL="4114800" algn="l">
              <a:lnSpc>
                <a:spcPct val="90000"/>
              </a:lnSpc>
              <a:spcBef>
                <a:spcPts val="600"/>
              </a:spcBef>
              <a:spcAft>
                <a:spcPts val="0"/>
              </a:spcAft>
              <a:buClr>
                <a:schemeClr val="dk1"/>
              </a:buClr>
              <a:buSzPts val="1800"/>
              <a:buChar char="•"/>
              <a:defRPr/>
            </a:lvl9pPr>
          </a:lstStyle>
          <a:p/>
        </p:txBody>
      </p:sp>
      <p:sp>
        <p:nvSpPr>
          <p:cNvPr id="62" name="Google Shape;62;p18"/>
          <p:cNvSpPr txBox="1"/>
          <p:nvPr>
            <p:ph idx="2" type="body"/>
          </p:nvPr>
        </p:nvSpPr>
        <p:spPr>
          <a:xfrm>
            <a:off x="7478784" y="1925424"/>
            <a:ext cx="6425280" cy="2276208"/>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200"/>
              </a:spcBef>
              <a:spcAft>
                <a:spcPts val="0"/>
              </a:spcAft>
              <a:buClr>
                <a:schemeClr val="dk1"/>
              </a:buClr>
              <a:buSzPts val="1800"/>
              <a:buChar char="•"/>
              <a:defRPr/>
            </a:lvl1pPr>
            <a:lvl2pPr indent="-342900" lvl="1" marL="914400" algn="l">
              <a:lnSpc>
                <a:spcPct val="90000"/>
              </a:lnSpc>
              <a:spcBef>
                <a:spcPts val="600"/>
              </a:spcBef>
              <a:spcAft>
                <a:spcPts val="0"/>
              </a:spcAft>
              <a:buClr>
                <a:schemeClr val="dk1"/>
              </a:buClr>
              <a:buSzPts val="1800"/>
              <a:buChar char="•"/>
              <a:defRPr/>
            </a:lvl2pPr>
            <a:lvl3pPr indent="-342900" lvl="2" marL="1371600" algn="l">
              <a:lnSpc>
                <a:spcPct val="90000"/>
              </a:lnSpc>
              <a:spcBef>
                <a:spcPts val="600"/>
              </a:spcBef>
              <a:spcAft>
                <a:spcPts val="0"/>
              </a:spcAft>
              <a:buClr>
                <a:schemeClr val="dk1"/>
              </a:buClr>
              <a:buSzPts val="1800"/>
              <a:buChar char="•"/>
              <a:defRPr/>
            </a:lvl3pPr>
            <a:lvl4pPr indent="-342900" lvl="3" marL="1828800" algn="l">
              <a:lnSpc>
                <a:spcPct val="90000"/>
              </a:lnSpc>
              <a:spcBef>
                <a:spcPts val="600"/>
              </a:spcBef>
              <a:spcAft>
                <a:spcPts val="0"/>
              </a:spcAft>
              <a:buClr>
                <a:schemeClr val="dk1"/>
              </a:buClr>
              <a:buSzPts val="1800"/>
              <a:buChar char="•"/>
              <a:defRPr/>
            </a:lvl4pPr>
            <a:lvl5pPr indent="-342900" lvl="4" marL="2286000" algn="l">
              <a:lnSpc>
                <a:spcPct val="90000"/>
              </a:lnSpc>
              <a:spcBef>
                <a:spcPts val="600"/>
              </a:spcBef>
              <a:spcAft>
                <a:spcPts val="0"/>
              </a:spcAft>
              <a:buClr>
                <a:schemeClr val="dk1"/>
              </a:buClr>
              <a:buSzPts val="1800"/>
              <a:buChar char="•"/>
              <a:defRPr/>
            </a:lvl5pPr>
            <a:lvl6pPr indent="-342900" lvl="5" marL="2743200" algn="l">
              <a:lnSpc>
                <a:spcPct val="90000"/>
              </a:lnSpc>
              <a:spcBef>
                <a:spcPts val="600"/>
              </a:spcBef>
              <a:spcAft>
                <a:spcPts val="0"/>
              </a:spcAft>
              <a:buClr>
                <a:schemeClr val="dk1"/>
              </a:buClr>
              <a:buSzPts val="1800"/>
              <a:buChar char="•"/>
              <a:defRPr/>
            </a:lvl6pPr>
            <a:lvl7pPr indent="-342900" lvl="6" marL="3200400" algn="l">
              <a:lnSpc>
                <a:spcPct val="90000"/>
              </a:lnSpc>
              <a:spcBef>
                <a:spcPts val="600"/>
              </a:spcBef>
              <a:spcAft>
                <a:spcPts val="0"/>
              </a:spcAft>
              <a:buClr>
                <a:schemeClr val="dk1"/>
              </a:buClr>
              <a:buSzPts val="1800"/>
              <a:buChar char="•"/>
              <a:defRPr/>
            </a:lvl7pPr>
            <a:lvl8pPr indent="-342900" lvl="7" marL="3657600" algn="l">
              <a:lnSpc>
                <a:spcPct val="90000"/>
              </a:lnSpc>
              <a:spcBef>
                <a:spcPts val="600"/>
              </a:spcBef>
              <a:spcAft>
                <a:spcPts val="0"/>
              </a:spcAft>
              <a:buClr>
                <a:schemeClr val="dk1"/>
              </a:buClr>
              <a:buSzPts val="1800"/>
              <a:buChar char="•"/>
              <a:defRPr/>
            </a:lvl8pPr>
            <a:lvl9pPr indent="-342900" lvl="8" marL="4114800" algn="l">
              <a:lnSpc>
                <a:spcPct val="90000"/>
              </a:lnSpc>
              <a:spcBef>
                <a:spcPts val="600"/>
              </a:spcBef>
              <a:spcAft>
                <a:spcPts val="0"/>
              </a:spcAft>
              <a:buClr>
                <a:schemeClr val="dk1"/>
              </a:buClr>
              <a:buSzPts val="1800"/>
              <a:buChar char="•"/>
              <a:defRPr/>
            </a:lvl9pPr>
          </a:lstStyle>
          <a:p/>
        </p:txBody>
      </p:sp>
      <p:sp>
        <p:nvSpPr>
          <p:cNvPr id="63" name="Google Shape;63;p18"/>
          <p:cNvSpPr txBox="1"/>
          <p:nvPr>
            <p:ph idx="3" type="body"/>
          </p:nvPr>
        </p:nvSpPr>
        <p:spPr>
          <a:xfrm>
            <a:off x="731520" y="4418496"/>
            <a:ext cx="13166784" cy="2276208"/>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200"/>
              </a:spcBef>
              <a:spcAft>
                <a:spcPts val="0"/>
              </a:spcAft>
              <a:buClr>
                <a:schemeClr val="dk1"/>
              </a:buClr>
              <a:buSzPts val="1800"/>
              <a:buChar char="•"/>
              <a:defRPr/>
            </a:lvl1pPr>
            <a:lvl2pPr indent="-342900" lvl="1" marL="914400" algn="l">
              <a:lnSpc>
                <a:spcPct val="90000"/>
              </a:lnSpc>
              <a:spcBef>
                <a:spcPts val="600"/>
              </a:spcBef>
              <a:spcAft>
                <a:spcPts val="0"/>
              </a:spcAft>
              <a:buClr>
                <a:schemeClr val="dk1"/>
              </a:buClr>
              <a:buSzPts val="1800"/>
              <a:buChar char="•"/>
              <a:defRPr/>
            </a:lvl2pPr>
            <a:lvl3pPr indent="-342900" lvl="2" marL="1371600" algn="l">
              <a:lnSpc>
                <a:spcPct val="90000"/>
              </a:lnSpc>
              <a:spcBef>
                <a:spcPts val="600"/>
              </a:spcBef>
              <a:spcAft>
                <a:spcPts val="0"/>
              </a:spcAft>
              <a:buClr>
                <a:schemeClr val="dk1"/>
              </a:buClr>
              <a:buSzPts val="1800"/>
              <a:buChar char="•"/>
              <a:defRPr/>
            </a:lvl3pPr>
            <a:lvl4pPr indent="-342900" lvl="3" marL="1828800" algn="l">
              <a:lnSpc>
                <a:spcPct val="90000"/>
              </a:lnSpc>
              <a:spcBef>
                <a:spcPts val="600"/>
              </a:spcBef>
              <a:spcAft>
                <a:spcPts val="0"/>
              </a:spcAft>
              <a:buClr>
                <a:schemeClr val="dk1"/>
              </a:buClr>
              <a:buSzPts val="1800"/>
              <a:buChar char="•"/>
              <a:defRPr/>
            </a:lvl4pPr>
            <a:lvl5pPr indent="-342900" lvl="4" marL="2286000" algn="l">
              <a:lnSpc>
                <a:spcPct val="90000"/>
              </a:lnSpc>
              <a:spcBef>
                <a:spcPts val="600"/>
              </a:spcBef>
              <a:spcAft>
                <a:spcPts val="0"/>
              </a:spcAft>
              <a:buClr>
                <a:schemeClr val="dk1"/>
              </a:buClr>
              <a:buSzPts val="1800"/>
              <a:buChar char="•"/>
              <a:defRPr/>
            </a:lvl5pPr>
            <a:lvl6pPr indent="-342900" lvl="5" marL="2743200" algn="l">
              <a:lnSpc>
                <a:spcPct val="90000"/>
              </a:lnSpc>
              <a:spcBef>
                <a:spcPts val="600"/>
              </a:spcBef>
              <a:spcAft>
                <a:spcPts val="0"/>
              </a:spcAft>
              <a:buClr>
                <a:schemeClr val="dk1"/>
              </a:buClr>
              <a:buSzPts val="1800"/>
              <a:buChar char="•"/>
              <a:defRPr/>
            </a:lvl6pPr>
            <a:lvl7pPr indent="-342900" lvl="6" marL="3200400" algn="l">
              <a:lnSpc>
                <a:spcPct val="90000"/>
              </a:lnSpc>
              <a:spcBef>
                <a:spcPts val="600"/>
              </a:spcBef>
              <a:spcAft>
                <a:spcPts val="0"/>
              </a:spcAft>
              <a:buClr>
                <a:schemeClr val="dk1"/>
              </a:buClr>
              <a:buSzPts val="1800"/>
              <a:buChar char="•"/>
              <a:defRPr/>
            </a:lvl7pPr>
            <a:lvl8pPr indent="-342900" lvl="7" marL="3657600" algn="l">
              <a:lnSpc>
                <a:spcPct val="90000"/>
              </a:lnSpc>
              <a:spcBef>
                <a:spcPts val="600"/>
              </a:spcBef>
              <a:spcAft>
                <a:spcPts val="0"/>
              </a:spcAft>
              <a:buClr>
                <a:schemeClr val="dk1"/>
              </a:buClr>
              <a:buSzPts val="1800"/>
              <a:buChar char="•"/>
              <a:defRPr/>
            </a:lvl8pPr>
            <a:lvl9pPr indent="-342900" lvl="8" marL="4114800" algn="l">
              <a:lnSpc>
                <a:spcPct val="90000"/>
              </a:lnSpc>
              <a:spcBef>
                <a:spcPts val="600"/>
              </a:spcBef>
              <a:spcAft>
                <a:spcPts val="0"/>
              </a:spcAft>
              <a:buClr>
                <a:schemeClr val="dk1"/>
              </a:buClr>
              <a:buSzPts val="1800"/>
              <a:buChar char="•"/>
              <a:defRPr/>
            </a:lvl9pPr>
          </a:lstStyle>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over Content" type="objOverTx">
  <p:cSld name="OBJECT_OVER_TEXT">
    <p:spTree>
      <p:nvGrpSpPr>
        <p:cNvPr id="64" name="Shape 64"/>
        <p:cNvGrpSpPr/>
        <p:nvPr/>
      </p:nvGrpSpPr>
      <p:grpSpPr>
        <a:xfrm>
          <a:off x="0" y="0"/>
          <a:ext cx="0" cy="0"/>
          <a:chOff x="0" y="0"/>
          <a:chExt cx="0" cy="0"/>
        </a:xfrm>
      </p:grpSpPr>
      <p:sp>
        <p:nvSpPr>
          <p:cNvPr id="65" name="Google Shape;65;p19"/>
          <p:cNvSpPr txBox="1"/>
          <p:nvPr>
            <p:ph type="title"/>
          </p:nvPr>
        </p:nvSpPr>
        <p:spPr>
          <a:xfrm>
            <a:off x="0" y="0"/>
            <a:ext cx="8777664" cy="1096848"/>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6" name="Google Shape;66;p19"/>
          <p:cNvSpPr txBox="1"/>
          <p:nvPr>
            <p:ph idx="1" type="body"/>
          </p:nvPr>
        </p:nvSpPr>
        <p:spPr>
          <a:xfrm>
            <a:off x="731520" y="1925424"/>
            <a:ext cx="13166784" cy="2276208"/>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200"/>
              </a:spcBef>
              <a:spcAft>
                <a:spcPts val="0"/>
              </a:spcAft>
              <a:buClr>
                <a:schemeClr val="dk1"/>
              </a:buClr>
              <a:buSzPts val="1800"/>
              <a:buChar char="•"/>
              <a:defRPr/>
            </a:lvl1pPr>
            <a:lvl2pPr indent="-342900" lvl="1" marL="914400" algn="l">
              <a:lnSpc>
                <a:spcPct val="90000"/>
              </a:lnSpc>
              <a:spcBef>
                <a:spcPts val="600"/>
              </a:spcBef>
              <a:spcAft>
                <a:spcPts val="0"/>
              </a:spcAft>
              <a:buClr>
                <a:schemeClr val="dk1"/>
              </a:buClr>
              <a:buSzPts val="1800"/>
              <a:buChar char="•"/>
              <a:defRPr/>
            </a:lvl2pPr>
            <a:lvl3pPr indent="-342900" lvl="2" marL="1371600" algn="l">
              <a:lnSpc>
                <a:spcPct val="90000"/>
              </a:lnSpc>
              <a:spcBef>
                <a:spcPts val="600"/>
              </a:spcBef>
              <a:spcAft>
                <a:spcPts val="0"/>
              </a:spcAft>
              <a:buClr>
                <a:schemeClr val="dk1"/>
              </a:buClr>
              <a:buSzPts val="1800"/>
              <a:buChar char="•"/>
              <a:defRPr/>
            </a:lvl3pPr>
            <a:lvl4pPr indent="-342900" lvl="3" marL="1828800" algn="l">
              <a:lnSpc>
                <a:spcPct val="90000"/>
              </a:lnSpc>
              <a:spcBef>
                <a:spcPts val="600"/>
              </a:spcBef>
              <a:spcAft>
                <a:spcPts val="0"/>
              </a:spcAft>
              <a:buClr>
                <a:schemeClr val="dk1"/>
              </a:buClr>
              <a:buSzPts val="1800"/>
              <a:buChar char="•"/>
              <a:defRPr/>
            </a:lvl4pPr>
            <a:lvl5pPr indent="-342900" lvl="4" marL="2286000" algn="l">
              <a:lnSpc>
                <a:spcPct val="90000"/>
              </a:lnSpc>
              <a:spcBef>
                <a:spcPts val="600"/>
              </a:spcBef>
              <a:spcAft>
                <a:spcPts val="0"/>
              </a:spcAft>
              <a:buClr>
                <a:schemeClr val="dk1"/>
              </a:buClr>
              <a:buSzPts val="1800"/>
              <a:buChar char="•"/>
              <a:defRPr/>
            </a:lvl5pPr>
            <a:lvl6pPr indent="-342900" lvl="5" marL="2743200" algn="l">
              <a:lnSpc>
                <a:spcPct val="90000"/>
              </a:lnSpc>
              <a:spcBef>
                <a:spcPts val="600"/>
              </a:spcBef>
              <a:spcAft>
                <a:spcPts val="0"/>
              </a:spcAft>
              <a:buClr>
                <a:schemeClr val="dk1"/>
              </a:buClr>
              <a:buSzPts val="1800"/>
              <a:buChar char="•"/>
              <a:defRPr/>
            </a:lvl6pPr>
            <a:lvl7pPr indent="-342900" lvl="6" marL="3200400" algn="l">
              <a:lnSpc>
                <a:spcPct val="90000"/>
              </a:lnSpc>
              <a:spcBef>
                <a:spcPts val="600"/>
              </a:spcBef>
              <a:spcAft>
                <a:spcPts val="0"/>
              </a:spcAft>
              <a:buClr>
                <a:schemeClr val="dk1"/>
              </a:buClr>
              <a:buSzPts val="1800"/>
              <a:buChar char="•"/>
              <a:defRPr/>
            </a:lvl7pPr>
            <a:lvl8pPr indent="-342900" lvl="7" marL="3657600" algn="l">
              <a:lnSpc>
                <a:spcPct val="90000"/>
              </a:lnSpc>
              <a:spcBef>
                <a:spcPts val="600"/>
              </a:spcBef>
              <a:spcAft>
                <a:spcPts val="0"/>
              </a:spcAft>
              <a:buClr>
                <a:schemeClr val="dk1"/>
              </a:buClr>
              <a:buSzPts val="1800"/>
              <a:buChar char="•"/>
              <a:defRPr/>
            </a:lvl8pPr>
            <a:lvl9pPr indent="-342900" lvl="8" marL="4114800" algn="l">
              <a:lnSpc>
                <a:spcPct val="90000"/>
              </a:lnSpc>
              <a:spcBef>
                <a:spcPts val="600"/>
              </a:spcBef>
              <a:spcAft>
                <a:spcPts val="0"/>
              </a:spcAft>
              <a:buClr>
                <a:schemeClr val="dk1"/>
              </a:buClr>
              <a:buSzPts val="1800"/>
              <a:buChar char="•"/>
              <a:defRPr/>
            </a:lvl9pPr>
          </a:lstStyle>
          <a:p/>
        </p:txBody>
      </p:sp>
      <p:sp>
        <p:nvSpPr>
          <p:cNvPr id="67" name="Google Shape;67;p19"/>
          <p:cNvSpPr txBox="1"/>
          <p:nvPr>
            <p:ph idx="2" type="body"/>
          </p:nvPr>
        </p:nvSpPr>
        <p:spPr>
          <a:xfrm>
            <a:off x="731520" y="4418496"/>
            <a:ext cx="13166784" cy="2276208"/>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200"/>
              </a:spcBef>
              <a:spcAft>
                <a:spcPts val="0"/>
              </a:spcAft>
              <a:buClr>
                <a:schemeClr val="dk1"/>
              </a:buClr>
              <a:buSzPts val="1800"/>
              <a:buChar char="•"/>
              <a:defRPr/>
            </a:lvl1pPr>
            <a:lvl2pPr indent="-342900" lvl="1" marL="914400" algn="l">
              <a:lnSpc>
                <a:spcPct val="90000"/>
              </a:lnSpc>
              <a:spcBef>
                <a:spcPts val="600"/>
              </a:spcBef>
              <a:spcAft>
                <a:spcPts val="0"/>
              </a:spcAft>
              <a:buClr>
                <a:schemeClr val="dk1"/>
              </a:buClr>
              <a:buSzPts val="1800"/>
              <a:buChar char="•"/>
              <a:defRPr/>
            </a:lvl2pPr>
            <a:lvl3pPr indent="-342900" lvl="2" marL="1371600" algn="l">
              <a:lnSpc>
                <a:spcPct val="90000"/>
              </a:lnSpc>
              <a:spcBef>
                <a:spcPts val="600"/>
              </a:spcBef>
              <a:spcAft>
                <a:spcPts val="0"/>
              </a:spcAft>
              <a:buClr>
                <a:schemeClr val="dk1"/>
              </a:buClr>
              <a:buSzPts val="1800"/>
              <a:buChar char="•"/>
              <a:defRPr/>
            </a:lvl3pPr>
            <a:lvl4pPr indent="-342900" lvl="3" marL="1828800" algn="l">
              <a:lnSpc>
                <a:spcPct val="90000"/>
              </a:lnSpc>
              <a:spcBef>
                <a:spcPts val="600"/>
              </a:spcBef>
              <a:spcAft>
                <a:spcPts val="0"/>
              </a:spcAft>
              <a:buClr>
                <a:schemeClr val="dk1"/>
              </a:buClr>
              <a:buSzPts val="1800"/>
              <a:buChar char="•"/>
              <a:defRPr/>
            </a:lvl4pPr>
            <a:lvl5pPr indent="-342900" lvl="4" marL="2286000" algn="l">
              <a:lnSpc>
                <a:spcPct val="90000"/>
              </a:lnSpc>
              <a:spcBef>
                <a:spcPts val="600"/>
              </a:spcBef>
              <a:spcAft>
                <a:spcPts val="0"/>
              </a:spcAft>
              <a:buClr>
                <a:schemeClr val="dk1"/>
              </a:buClr>
              <a:buSzPts val="1800"/>
              <a:buChar char="•"/>
              <a:defRPr/>
            </a:lvl5pPr>
            <a:lvl6pPr indent="-342900" lvl="5" marL="2743200" algn="l">
              <a:lnSpc>
                <a:spcPct val="90000"/>
              </a:lnSpc>
              <a:spcBef>
                <a:spcPts val="600"/>
              </a:spcBef>
              <a:spcAft>
                <a:spcPts val="0"/>
              </a:spcAft>
              <a:buClr>
                <a:schemeClr val="dk1"/>
              </a:buClr>
              <a:buSzPts val="1800"/>
              <a:buChar char="•"/>
              <a:defRPr/>
            </a:lvl6pPr>
            <a:lvl7pPr indent="-342900" lvl="6" marL="3200400" algn="l">
              <a:lnSpc>
                <a:spcPct val="90000"/>
              </a:lnSpc>
              <a:spcBef>
                <a:spcPts val="600"/>
              </a:spcBef>
              <a:spcAft>
                <a:spcPts val="0"/>
              </a:spcAft>
              <a:buClr>
                <a:schemeClr val="dk1"/>
              </a:buClr>
              <a:buSzPts val="1800"/>
              <a:buChar char="•"/>
              <a:defRPr/>
            </a:lvl7pPr>
            <a:lvl8pPr indent="-342900" lvl="7" marL="3657600" algn="l">
              <a:lnSpc>
                <a:spcPct val="90000"/>
              </a:lnSpc>
              <a:spcBef>
                <a:spcPts val="600"/>
              </a:spcBef>
              <a:spcAft>
                <a:spcPts val="0"/>
              </a:spcAft>
              <a:buClr>
                <a:schemeClr val="dk1"/>
              </a:buClr>
              <a:buSzPts val="1800"/>
              <a:buChar char="•"/>
              <a:defRPr/>
            </a:lvl8pPr>
            <a:lvl9pPr indent="-342900" lvl="8" marL="4114800" algn="l">
              <a:lnSpc>
                <a:spcPct val="90000"/>
              </a:lnSpc>
              <a:spcBef>
                <a:spcPts val="600"/>
              </a:spcBef>
              <a:spcAft>
                <a:spcPts val="0"/>
              </a:spcAft>
              <a:buClr>
                <a:schemeClr val="dk1"/>
              </a:buClr>
              <a:buSzPts val="1800"/>
              <a:buChar char="•"/>
              <a:defRPr/>
            </a:lvl9pPr>
          </a:lstStyle>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4 Content" type="fourObj">
  <p:cSld name="FOUR_OBJECTS">
    <p:spTree>
      <p:nvGrpSpPr>
        <p:cNvPr id="68" name="Shape 68"/>
        <p:cNvGrpSpPr/>
        <p:nvPr/>
      </p:nvGrpSpPr>
      <p:grpSpPr>
        <a:xfrm>
          <a:off x="0" y="0"/>
          <a:ext cx="0" cy="0"/>
          <a:chOff x="0" y="0"/>
          <a:chExt cx="0" cy="0"/>
        </a:xfrm>
      </p:grpSpPr>
      <p:sp>
        <p:nvSpPr>
          <p:cNvPr id="69" name="Google Shape;69;p20"/>
          <p:cNvSpPr txBox="1"/>
          <p:nvPr>
            <p:ph type="title"/>
          </p:nvPr>
        </p:nvSpPr>
        <p:spPr>
          <a:xfrm>
            <a:off x="0" y="0"/>
            <a:ext cx="8777664" cy="1096848"/>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20"/>
          <p:cNvSpPr txBox="1"/>
          <p:nvPr>
            <p:ph idx="1" type="body"/>
          </p:nvPr>
        </p:nvSpPr>
        <p:spPr>
          <a:xfrm>
            <a:off x="731520" y="1925424"/>
            <a:ext cx="6425280" cy="2276208"/>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200"/>
              </a:spcBef>
              <a:spcAft>
                <a:spcPts val="0"/>
              </a:spcAft>
              <a:buClr>
                <a:schemeClr val="dk1"/>
              </a:buClr>
              <a:buSzPts val="1800"/>
              <a:buChar char="•"/>
              <a:defRPr/>
            </a:lvl1pPr>
            <a:lvl2pPr indent="-342900" lvl="1" marL="914400" algn="l">
              <a:lnSpc>
                <a:spcPct val="90000"/>
              </a:lnSpc>
              <a:spcBef>
                <a:spcPts val="600"/>
              </a:spcBef>
              <a:spcAft>
                <a:spcPts val="0"/>
              </a:spcAft>
              <a:buClr>
                <a:schemeClr val="dk1"/>
              </a:buClr>
              <a:buSzPts val="1800"/>
              <a:buChar char="•"/>
              <a:defRPr/>
            </a:lvl2pPr>
            <a:lvl3pPr indent="-342900" lvl="2" marL="1371600" algn="l">
              <a:lnSpc>
                <a:spcPct val="90000"/>
              </a:lnSpc>
              <a:spcBef>
                <a:spcPts val="600"/>
              </a:spcBef>
              <a:spcAft>
                <a:spcPts val="0"/>
              </a:spcAft>
              <a:buClr>
                <a:schemeClr val="dk1"/>
              </a:buClr>
              <a:buSzPts val="1800"/>
              <a:buChar char="•"/>
              <a:defRPr/>
            </a:lvl3pPr>
            <a:lvl4pPr indent="-342900" lvl="3" marL="1828800" algn="l">
              <a:lnSpc>
                <a:spcPct val="90000"/>
              </a:lnSpc>
              <a:spcBef>
                <a:spcPts val="600"/>
              </a:spcBef>
              <a:spcAft>
                <a:spcPts val="0"/>
              </a:spcAft>
              <a:buClr>
                <a:schemeClr val="dk1"/>
              </a:buClr>
              <a:buSzPts val="1800"/>
              <a:buChar char="•"/>
              <a:defRPr/>
            </a:lvl4pPr>
            <a:lvl5pPr indent="-342900" lvl="4" marL="2286000" algn="l">
              <a:lnSpc>
                <a:spcPct val="90000"/>
              </a:lnSpc>
              <a:spcBef>
                <a:spcPts val="600"/>
              </a:spcBef>
              <a:spcAft>
                <a:spcPts val="0"/>
              </a:spcAft>
              <a:buClr>
                <a:schemeClr val="dk1"/>
              </a:buClr>
              <a:buSzPts val="1800"/>
              <a:buChar char="•"/>
              <a:defRPr/>
            </a:lvl5pPr>
            <a:lvl6pPr indent="-342900" lvl="5" marL="2743200" algn="l">
              <a:lnSpc>
                <a:spcPct val="90000"/>
              </a:lnSpc>
              <a:spcBef>
                <a:spcPts val="600"/>
              </a:spcBef>
              <a:spcAft>
                <a:spcPts val="0"/>
              </a:spcAft>
              <a:buClr>
                <a:schemeClr val="dk1"/>
              </a:buClr>
              <a:buSzPts val="1800"/>
              <a:buChar char="•"/>
              <a:defRPr/>
            </a:lvl6pPr>
            <a:lvl7pPr indent="-342900" lvl="6" marL="3200400" algn="l">
              <a:lnSpc>
                <a:spcPct val="90000"/>
              </a:lnSpc>
              <a:spcBef>
                <a:spcPts val="600"/>
              </a:spcBef>
              <a:spcAft>
                <a:spcPts val="0"/>
              </a:spcAft>
              <a:buClr>
                <a:schemeClr val="dk1"/>
              </a:buClr>
              <a:buSzPts val="1800"/>
              <a:buChar char="•"/>
              <a:defRPr/>
            </a:lvl7pPr>
            <a:lvl8pPr indent="-342900" lvl="7" marL="3657600" algn="l">
              <a:lnSpc>
                <a:spcPct val="90000"/>
              </a:lnSpc>
              <a:spcBef>
                <a:spcPts val="600"/>
              </a:spcBef>
              <a:spcAft>
                <a:spcPts val="0"/>
              </a:spcAft>
              <a:buClr>
                <a:schemeClr val="dk1"/>
              </a:buClr>
              <a:buSzPts val="1800"/>
              <a:buChar char="•"/>
              <a:defRPr/>
            </a:lvl8pPr>
            <a:lvl9pPr indent="-342900" lvl="8" marL="4114800" algn="l">
              <a:lnSpc>
                <a:spcPct val="90000"/>
              </a:lnSpc>
              <a:spcBef>
                <a:spcPts val="600"/>
              </a:spcBef>
              <a:spcAft>
                <a:spcPts val="0"/>
              </a:spcAft>
              <a:buClr>
                <a:schemeClr val="dk1"/>
              </a:buClr>
              <a:buSzPts val="1800"/>
              <a:buChar char="•"/>
              <a:defRPr/>
            </a:lvl9pPr>
          </a:lstStyle>
          <a:p/>
        </p:txBody>
      </p:sp>
      <p:sp>
        <p:nvSpPr>
          <p:cNvPr id="71" name="Google Shape;71;p20"/>
          <p:cNvSpPr txBox="1"/>
          <p:nvPr>
            <p:ph idx="2" type="body"/>
          </p:nvPr>
        </p:nvSpPr>
        <p:spPr>
          <a:xfrm>
            <a:off x="7478784" y="1925424"/>
            <a:ext cx="6425280" cy="2276208"/>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200"/>
              </a:spcBef>
              <a:spcAft>
                <a:spcPts val="0"/>
              </a:spcAft>
              <a:buClr>
                <a:schemeClr val="dk1"/>
              </a:buClr>
              <a:buSzPts val="1800"/>
              <a:buChar char="•"/>
              <a:defRPr/>
            </a:lvl1pPr>
            <a:lvl2pPr indent="-342900" lvl="1" marL="914400" algn="l">
              <a:lnSpc>
                <a:spcPct val="90000"/>
              </a:lnSpc>
              <a:spcBef>
                <a:spcPts val="600"/>
              </a:spcBef>
              <a:spcAft>
                <a:spcPts val="0"/>
              </a:spcAft>
              <a:buClr>
                <a:schemeClr val="dk1"/>
              </a:buClr>
              <a:buSzPts val="1800"/>
              <a:buChar char="•"/>
              <a:defRPr/>
            </a:lvl2pPr>
            <a:lvl3pPr indent="-342900" lvl="2" marL="1371600" algn="l">
              <a:lnSpc>
                <a:spcPct val="90000"/>
              </a:lnSpc>
              <a:spcBef>
                <a:spcPts val="600"/>
              </a:spcBef>
              <a:spcAft>
                <a:spcPts val="0"/>
              </a:spcAft>
              <a:buClr>
                <a:schemeClr val="dk1"/>
              </a:buClr>
              <a:buSzPts val="1800"/>
              <a:buChar char="•"/>
              <a:defRPr/>
            </a:lvl3pPr>
            <a:lvl4pPr indent="-342900" lvl="3" marL="1828800" algn="l">
              <a:lnSpc>
                <a:spcPct val="90000"/>
              </a:lnSpc>
              <a:spcBef>
                <a:spcPts val="600"/>
              </a:spcBef>
              <a:spcAft>
                <a:spcPts val="0"/>
              </a:spcAft>
              <a:buClr>
                <a:schemeClr val="dk1"/>
              </a:buClr>
              <a:buSzPts val="1800"/>
              <a:buChar char="•"/>
              <a:defRPr/>
            </a:lvl4pPr>
            <a:lvl5pPr indent="-342900" lvl="4" marL="2286000" algn="l">
              <a:lnSpc>
                <a:spcPct val="90000"/>
              </a:lnSpc>
              <a:spcBef>
                <a:spcPts val="600"/>
              </a:spcBef>
              <a:spcAft>
                <a:spcPts val="0"/>
              </a:spcAft>
              <a:buClr>
                <a:schemeClr val="dk1"/>
              </a:buClr>
              <a:buSzPts val="1800"/>
              <a:buChar char="•"/>
              <a:defRPr/>
            </a:lvl5pPr>
            <a:lvl6pPr indent="-342900" lvl="5" marL="2743200" algn="l">
              <a:lnSpc>
                <a:spcPct val="90000"/>
              </a:lnSpc>
              <a:spcBef>
                <a:spcPts val="600"/>
              </a:spcBef>
              <a:spcAft>
                <a:spcPts val="0"/>
              </a:spcAft>
              <a:buClr>
                <a:schemeClr val="dk1"/>
              </a:buClr>
              <a:buSzPts val="1800"/>
              <a:buChar char="•"/>
              <a:defRPr/>
            </a:lvl6pPr>
            <a:lvl7pPr indent="-342900" lvl="6" marL="3200400" algn="l">
              <a:lnSpc>
                <a:spcPct val="90000"/>
              </a:lnSpc>
              <a:spcBef>
                <a:spcPts val="600"/>
              </a:spcBef>
              <a:spcAft>
                <a:spcPts val="0"/>
              </a:spcAft>
              <a:buClr>
                <a:schemeClr val="dk1"/>
              </a:buClr>
              <a:buSzPts val="1800"/>
              <a:buChar char="•"/>
              <a:defRPr/>
            </a:lvl7pPr>
            <a:lvl8pPr indent="-342900" lvl="7" marL="3657600" algn="l">
              <a:lnSpc>
                <a:spcPct val="90000"/>
              </a:lnSpc>
              <a:spcBef>
                <a:spcPts val="600"/>
              </a:spcBef>
              <a:spcAft>
                <a:spcPts val="0"/>
              </a:spcAft>
              <a:buClr>
                <a:schemeClr val="dk1"/>
              </a:buClr>
              <a:buSzPts val="1800"/>
              <a:buChar char="•"/>
              <a:defRPr/>
            </a:lvl8pPr>
            <a:lvl9pPr indent="-342900" lvl="8" marL="4114800" algn="l">
              <a:lnSpc>
                <a:spcPct val="90000"/>
              </a:lnSpc>
              <a:spcBef>
                <a:spcPts val="600"/>
              </a:spcBef>
              <a:spcAft>
                <a:spcPts val="0"/>
              </a:spcAft>
              <a:buClr>
                <a:schemeClr val="dk1"/>
              </a:buClr>
              <a:buSzPts val="1800"/>
              <a:buChar char="•"/>
              <a:defRPr/>
            </a:lvl9pPr>
          </a:lstStyle>
          <a:p/>
        </p:txBody>
      </p:sp>
      <p:sp>
        <p:nvSpPr>
          <p:cNvPr id="72" name="Google Shape;72;p20"/>
          <p:cNvSpPr txBox="1"/>
          <p:nvPr>
            <p:ph idx="3" type="body"/>
          </p:nvPr>
        </p:nvSpPr>
        <p:spPr>
          <a:xfrm>
            <a:off x="731520" y="4418496"/>
            <a:ext cx="6425280" cy="2276208"/>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200"/>
              </a:spcBef>
              <a:spcAft>
                <a:spcPts val="0"/>
              </a:spcAft>
              <a:buClr>
                <a:schemeClr val="dk1"/>
              </a:buClr>
              <a:buSzPts val="1800"/>
              <a:buChar char="•"/>
              <a:defRPr/>
            </a:lvl1pPr>
            <a:lvl2pPr indent="-342900" lvl="1" marL="914400" algn="l">
              <a:lnSpc>
                <a:spcPct val="90000"/>
              </a:lnSpc>
              <a:spcBef>
                <a:spcPts val="600"/>
              </a:spcBef>
              <a:spcAft>
                <a:spcPts val="0"/>
              </a:spcAft>
              <a:buClr>
                <a:schemeClr val="dk1"/>
              </a:buClr>
              <a:buSzPts val="1800"/>
              <a:buChar char="•"/>
              <a:defRPr/>
            </a:lvl2pPr>
            <a:lvl3pPr indent="-342900" lvl="2" marL="1371600" algn="l">
              <a:lnSpc>
                <a:spcPct val="90000"/>
              </a:lnSpc>
              <a:spcBef>
                <a:spcPts val="600"/>
              </a:spcBef>
              <a:spcAft>
                <a:spcPts val="0"/>
              </a:spcAft>
              <a:buClr>
                <a:schemeClr val="dk1"/>
              </a:buClr>
              <a:buSzPts val="1800"/>
              <a:buChar char="•"/>
              <a:defRPr/>
            </a:lvl3pPr>
            <a:lvl4pPr indent="-342900" lvl="3" marL="1828800" algn="l">
              <a:lnSpc>
                <a:spcPct val="90000"/>
              </a:lnSpc>
              <a:spcBef>
                <a:spcPts val="600"/>
              </a:spcBef>
              <a:spcAft>
                <a:spcPts val="0"/>
              </a:spcAft>
              <a:buClr>
                <a:schemeClr val="dk1"/>
              </a:buClr>
              <a:buSzPts val="1800"/>
              <a:buChar char="•"/>
              <a:defRPr/>
            </a:lvl4pPr>
            <a:lvl5pPr indent="-342900" lvl="4" marL="2286000" algn="l">
              <a:lnSpc>
                <a:spcPct val="90000"/>
              </a:lnSpc>
              <a:spcBef>
                <a:spcPts val="600"/>
              </a:spcBef>
              <a:spcAft>
                <a:spcPts val="0"/>
              </a:spcAft>
              <a:buClr>
                <a:schemeClr val="dk1"/>
              </a:buClr>
              <a:buSzPts val="1800"/>
              <a:buChar char="•"/>
              <a:defRPr/>
            </a:lvl5pPr>
            <a:lvl6pPr indent="-342900" lvl="5" marL="2743200" algn="l">
              <a:lnSpc>
                <a:spcPct val="90000"/>
              </a:lnSpc>
              <a:spcBef>
                <a:spcPts val="600"/>
              </a:spcBef>
              <a:spcAft>
                <a:spcPts val="0"/>
              </a:spcAft>
              <a:buClr>
                <a:schemeClr val="dk1"/>
              </a:buClr>
              <a:buSzPts val="1800"/>
              <a:buChar char="•"/>
              <a:defRPr/>
            </a:lvl6pPr>
            <a:lvl7pPr indent="-342900" lvl="6" marL="3200400" algn="l">
              <a:lnSpc>
                <a:spcPct val="90000"/>
              </a:lnSpc>
              <a:spcBef>
                <a:spcPts val="600"/>
              </a:spcBef>
              <a:spcAft>
                <a:spcPts val="0"/>
              </a:spcAft>
              <a:buClr>
                <a:schemeClr val="dk1"/>
              </a:buClr>
              <a:buSzPts val="1800"/>
              <a:buChar char="•"/>
              <a:defRPr/>
            </a:lvl7pPr>
            <a:lvl8pPr indent="-342900" lvl="7" marL="3657600" algn="l">
              <a:lnSpc>
                <a:spcPct val="90000"/>
              </a:lnSpc>
              <a:spcBef>
                <a:spcPts val="600"/>
              </a:spcBef>
              <a:spcAft>
                <a:spcPts val="0"/>
              </a:spcAft>
              <a:buClr>
                <a:schemeClr val="dk1"/>
              </a:buClr>
              <a:buSzPts val="1800"/>
              <a:buChar char="•"/>
              <a:defRPr/>
            </a:lvl8pPr>
            <a:lvl9pPr indent="-342900" lvl="8" marL="4114800" algn="l">
              <a:lnSpc>
                <a:spcPct val="90000"/>
              </a:lnSpc>
              <a:spcBef>
                <a:spcPts val="600"/>
              </a:spcBef>
              <a:spcAft>
                <a:spcPts val="0"/>
              </a:spcAft>
              <a:buClr>
                <a:schemeClr val="dk1"/>
              </a:buClr>
              <a:buSzPts val="1800"/>
              <a:buChar char="•"/>
              <a:defRPr/>
            </a:lvl9pPr>
          </a:lstStyle>
          <a:p/>
        </p:txBody>
      </p:sp>
      <p:sp>
        <p:nvSpPr>
          <p:cNvPr id="73" name="Google Shape;73;p20"/>
          <p:cNvSpPr txBox="1"/>
          <p:nvPr>
            <p:ph idx="4" type="body"/>
          </p:nvPr>
        </p:nvSpPr>
        <p:spPr>
          <a:xfrm>
            <a:off x="7478784" y="4418496"/>
            <a:ext cx="6425280" cy="2276208"/>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200"/>
              </a:spcBef>
              <a:spcAft>
                <a:spcPts val="0"/>
              </a:spcAft>
              <a:buClr>
                <a:schemeClr val="dk1"/>
              </a:buClr>
              <a:buSzPts val="1800"/>
              <a:buChar char="•"/>
              <a:defRPr/>
            </a:lvl1pPr>
            <a:lvl2pPr indent="-342900" lvl="1" marL="914400" algn="l">
              <a:lnSpc>
                <a:spcPct val="90000"/>
              </a:lnSpc>
              <a:spcBef>
                <a:spcPts val="600"/>
              </a:spcBef>
              <a:spcAft>
                <a:spcPts val="0"/>
              </a:spcAft>
              <a:buClr>
                <a:schemeClr val="dk1"/>
              </a:buClr>
              <a:buSzPts val="1800"/>
              <a:buChar char="•"/>
              <a:defRPr/>
            </a:lvl2pPr>
            <a:lvl3pPr indent="-342900" lvl="2" marL="1371600" algn="l">
              <a:lnSpc>
                <a:spcPct val="90000"/>
              </a:lnSpc>
              <a:spcBef>
                <a:spcPts val="600"/>
              </a:spcBef>
              <a:spcAft>
                <a:spcPts val="0"/>
              </a:spcAft>
              <a:buClr>
                <a:schemeClr val="dk1"/>
              </a:buClr>
              <a:buSzPts val="1800"/>
              <a:buChar char="•"/>
              <a:defRPr/>
            </a:lvl3pPr>
            <a:lvl4pPr indent="-342900" lvl="3" marL="1828800" algn="l">
              <a:lnSpc>
                <a:spcPct val="90000"/>
              </a:lnSpc>
              <a:spcBef>
                <a:spcPts val="600"/>
              </a:spcBef>
              <a:spcAft>
                <a:spcPts val="0"/>
              </a:spcAft>
              <a:buClr>
                <a:schemeClr val="dk1"/>
              </a:buClr>
              <a:buSzPts val="1800"/>
              <a:buChar char="•"/>
              <a:defRPr/>
            </a:lvl4pPr>
            <a:lvl5pPr indent="-342900" lvl="4" marL="2286000" algn="l">
              <a:lnSpc>
                <a:spcPct val="90000"/>
              </a:lnSpc>
              <a:spcBef>
                <a:spcPts val="600"/>
              </a:spcBef>
              <a:spcAft>
                <a:spcPts val="0"/>
              </a:spcAft>
              <a:buClr>
                <a:schemeClr val="dk1"/>
              </a:buClr>
              <a:buSzPts val="1800"/>
              <a:buChar char="•"/>
              <a:defRPr/>
            </a:lvl5pPr>
            <a:lvl6pPr indent="-342900" lvl="5" marL="2743200" algn="l">
              <a:lnSpc>
                <a:spcPct val="90000"/>
              </a:lnSpc>
              <a:spcBef>
                <a:spcPts val="600"/>
              </a:spcBef>
              <a:spcAft>
                <a:spcPts val="0"/>
              </a:spcAft>
              <a:buClr>
                <a:schemeClr val="dk1"/>
              </a:buClr>
              <a:buSzPts val="1800"/>
              <a:buChar char="•"/>
              <a:defRPr/>
            </a:lvl6pPr>
            <a:lvl7pPr indent="-342900" lvl="6" marL="3200400" algn="l">
              <a:lnSpc>
                <a:spcPct val="90000"/>
              </a:lnSpc>
              <a:spcBef>
                <a:spcPts val="600"/>
              </a:spcBef>
              <a:spcAft>
                <a:spcPts val="0"/>
              </a:spcAft>
              <a:buClr>
                <a:schemeClr val="dk1"/>
              </a:buClr>
              <a:buSzPts val="1800"/>
              <a:buChar char="•"/>
              <a:defRPr/>
            </a:lvl7pPr>
            <a:lvl8pPr indent="-342900" lvl="7" marL="3657600" algn="l">
              <a:lnSpc>
                <a:spcPct val="90000"/>
              </a:lnSpc>
              <a:spcBef>
                <a:spcPts val="600"/>
              </a:spcBef>
              <a:spcAft>
                <a:spcPts val="0"/>
              </a:spcAft>
              <a:buClr>
                <a:schemeClr val="dk1"/>
              </a:buClr>
              <a:buSzPts val="1800"/>
              <a:buChar char="•"/>
              <a:defRPr/>
            </a:lvl8pPr>
            <a:lvl9pPr indent="-342900" lvl="8" marL="4114800" algn="l">
              <a:lnSpc>
                <a:spcPct val="90000"/>
              </a:lnSpc>
              <a:spcBef>
                <a:spcPts val="600"/>
              </a:spcBef>
              <a:spcAft>
                <a:spcPts val="0"/>
              </a:spcAft>
              <a:buClr>
                <a:schemeClr val="dk1"/>
              </a:buClr>
              <a:buSzPts val="1800"/>
              <a:buChar char="•"/>
              <a:defRPr/>
            </a:lvl9pPr>
          </a:lstStyle>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6 Content">
  <p:cSld name="Title, 6 Content">
    <p:spTree>
      <p:nvGrpSpPr>
        <p:cNvPr id="74" name="Shape 74"/>
        <p:cNvGrpSpPr/>
        <p:nvPr/>
      </p:nvGrpSpPr>
      <p:grpSpPr>
        <a:xfrm>
          <a:off x="0" y="0"/>
          <a:ext cx="0" cy="0"/>
          <a:chOff x="0" y="0"/>
          <a:chExt cx="0" cy="0"/>
        </a:xfrm>
      </p:grpSpPr>
      <p:sp>
        <p:nvSpPr>
          <p:cNvPr id="75" name="Google Shape;75;p21"/>
          <p:cNvSpPr txBox="1"/>
          <p:nvPr>
            <p:ph type="title"/>
          </p:nvPr>
        </p:nvSpPr>
        <p:spPr>
          <a:xfrm>
            <a:off x="0" y="0"/>
            <a:ext cx="8777664" cy="1096848"/>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21"/>
          <p:cNvSpPr txBox="1"/>
          <p:nvPr>
            <p:ph idx="1" type="body"/>
          </p:nvPr>
        </p:nvSpPr>
        <p:spPr>
          <a:xfrm>
            <a:off x="731520" y="1925424"/>
            <a:ext cx="4239360" cy="2276208"/>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200"/>
              </a:spcBef>
              <a:spcAft>
                <a:spcPts val="0"/>
              </a:spcAft>
              <a:buClr>
                <a:schemeClr val="dk1"/>
              </a:buClr>
              <a:buSzPts val="1800"/>
              <a:buChar char="•"/>
              <a:defRPr/>
            </a:lvl1pPr>
            <a:lvl2pPr indent="-342900" lvl="1" marL="914400" algn="l">
              <a:lnSpc>
                <a:spcPct val="90000"/>
              </a:lnSpc>
              <a:spcBef>
                <a:spcPts val="600"/>
              </a:spcBef>
              <a:spcAft>
                <a:spcPts val="0"/>
              </a:spcAft>
              <a:buClr>
                <a:schemeClr val="dk1"/>
              </a:buClr>
              <a:buSzPts val="1800"/>
              <a:buChar char="•"/>
              <a:defRPr/>
            </a:lvl2pPr>
            <a:lvl3pPr indent="-342900" lvl="2" marL="1371600" algn="l">
              <a:lnSpc>
                <a:spcPct val="90000"/>
              </a:lnSpc>
              <a:spcBef>
                <a:spcPts val="600"/>
              </a:spcBef>
              <a:spcAft>
                <a:spcPts val="0"/>
              </a:spcAft>
              <a:buClr>
                <a:schemeClr val="dk1"/>
              </a:buClr>
              <a:buSzPts val="1800"/>
              <a:buChar char="•"/>
              <a:defRPr/>
            </a:lvl3pPr>
            <a:lvl4pPr indent="-342900" lvl="3" marL="1828800" algn="l">
              <a:lnSpc>
                <a:spcPct val="90000"/>
              </a:lnSpc>
              <a:spcBef>
                <a:spcPts val="600"/>
              </a:spcBef>
              <a:spcAft>
                <a:spcPts val="0"/>
              </a:spcAft>
              <a:buClr>
                <a:schemeClr val="dk1"/>
              </a:buClr>
              <a:buSzPts val="1800"/>
              <a:buChar char="•"/>
              <a:defRPr/>
            </a:lvl4pPr>
            <a:lvl5pPr indent="-342900" lvl="4" marL="2286000" algn="l">
              <a:lnSpc>
                <a:spcPct val="90000"/>
              </a:lnSpc>
              <a:spcBef>
                <a:spcPts val="600"/>
              </a:spcBef>
              <a:spcAft>
                <a:spcPts val="0"/>
              </a:spcAft>
              <a:buClr>
                <a:schemeClr val="dk1"/>
              </a:buClr>
              <a:buSzPts val="1800"/>
              <a:buChar char="•"/>
              <a:defRPr/>
            </a:lvl5pPr>
            <a:lvl6pPr indent="-342900" lvl="5" marL="2743200" algn="l">
              <a:lnSpc>
                <a:spcPct val="90000"/>
              </a:lnSpc>
              <a:spcBef>
                <a:spcPts val="600"/>
              </a:spcBef>
              <a:spcAft>
                <a:spcPts val="0"/>
              </a:spcAft>
              <a:buClr>
                <a:schemeClr val="dk1"/>
              </a:buClr>
              <a:buSzPts val="1800"/>
              <a:buChar char="•"/>
              <a:defRPr/>
            </a:lvl6pPr>
            <a:lvl7pPr indent="-342900" lvl="6" marL="3200400" algn="l">
              <a:lnSpc>
                <a:spcPct val="90000"/>
              </a:lnSpc>
              <a:spcBef>
                <a:spcPts val="600"/>
              </a:spcBef>
              <a:spcAft>
                <a:spcPts val="0"/>
              </a:spcAft>
              <a:buClr>
                <a:schemeClr val="dk1"/>
              </a:buClr>
              <a:buSzPts val="1800"/>
              <a:buChar char="•"/>
              <a:defRPr/>
            </a:lvl7pPr>
            <a:lvl8pPr indent="-342900" lvl="7" marL="3657600" algn="l">
              <a:lnSpc>
                <a:spcPct val="90000"/>
              </a:lnSpc>
              <a:spcBef>
                <a:spcPts val="600"/>
              </a:spcBef>
              <a:spcAft>
                <a:spcPts val="0"/>
              </a:spcAft>
              <a:buClr>
                <a:schemeClr val="dk1"/>
              </a:buClr>
              <a:buSzPts val="1800"/>
              <a:buChar char="•"/>
              <a:defRPr/>
            </a:lvl8pPr>
            <a:lvl9pPr indent="-342900" lvl="8" marL="4114800" algn="l">
              <a:lnSpc>
                <a:spcPct val="90000"/>
              </a:lnSpc>
              <a:spcBef>
                <a:spcPts val="600"/>
              </a:spcBef>
              <a:spcAft>
                <a:spcPts val="0"/>
              </a:spcAft>
              <a:buClr>
                <a:schemeClr val="dk1"/>
              </a:buClr>
              <a:buSzPts val="1800"/>
              <a:buChar char="•"/>
              <a:defRPr/>
            </a:lvl9pPr>
          </a:lstStyle>
          <a:p/>
        </p:txBody>
      </p:sp>
      <p:sp>
        <p:nvSpPr>
          <p:cNvPr id="77" name="Google Shape;77;p21"/>
          <p:cNvSpPr txBox="1"/>
          <p:nvPr>
            <p:ph idx="2" type="body"/>
          </p:nvPr>
        </p:nvSpPr>
        <p:spPr>
          <a:xfrm>
            <a:off x="5183424" y="1925424"/>
            <a:ext cx="4239360" cy="2276208"/>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200"/>
              </a:spcBef>
              <a:spcAft>
                <a:spcPts val="0"/>
              </a:spcAft>
              <a:buClr>
                <a:schemeClr val="dk1"/>
              </a:buClr>
              <a:buSzPts val="1800"/>
              <a:buChar char="•"/>
              <a:defRPr/>
            </a:lvl1pPr>
            <a:lvl2pPr indent="-342900" lvl="1" marL="914400" algn="l">
              <a:lnSpc>
                <a:spcPct val="90000"/>
              </a:lnSpc>
              <a:spcBef>
                <a:spcPts val="600"/>
              </a:spcBef>
              <a:spcAft>
                <a:spcPts val="0"/>
              </a:spcAft>
              <a:buClr>
                <a:schemeClr val="dk1"/>
              </a:buClr>
              <a:buSzPts val="1800"/>
              <a:buChar char="•"/>
              <a:defRPr/>
            </a:lvl2pPr>
            <a:lvl3pPr indent="-342900" lvl="2" marL="1371600" algn="l">
              <a:lnSpc>
                <a:spcPct val="90000"/>
              </a:lnSpc>
              <a:spcBef>
                <a:spcPts val="600"/>
              </a:spcBef>
              <a:spcAft>
                <a:spcPts val="0"/>
              </a:spcAft>
              <a:buClr>
                <a:schemeClr val="dk1"/>
              </a:buClr>
              <a:buSzPts val="1800"/>
              <a:buChar char="•"/>
              <a:defRPr/>
            </a:lvl3pPr>
            <a:lvl4pPr indent="-342900" lvl="3" marL="1828800" algn="l">
              <a:lnSpc>
                <a:spcPct val="90000"/>
              </a:lnSpc>
              <a:spcBef>
                <a:spcPts val="600"/>
              </a:spcBef>
              <a:spcAft>
                <a:spcPts val="0"/>
              </a:spcAft>
              <a:buClr>
                <a:schemeClr val="dk1"/>
              </a:buClr>
              <a:buSzPts val="1800"/>
              <a:buChar char="•"/>
              <a:defRPr/>
            </a:lvl4pPr>
            <a:lvl5pPr indent="-342900" lvl="4" marL="2286000" algn="l">
              <a:lnSpc>
                <a:spcPct val="90000"/>
              </a:lnSpc>
              <a:spcBef>
                <a:spcPts val="600"/>
              </a:spcBef>
              <a:spcAft>
                <a:spcPts val="0"/>
              </a:spcAft>
              <a:buClr>
                <a:schemeClr val="dk1"/>
              </a:buClr>
              <a:buSzPts val="1800"/>
              <a:buChar char="•"/>
              <a:defRPr/>
            </a:lvl5pPr>
            <a:lvl6pPr indent="-342900" lvl="5" marL="2743200" algn="l">
              <a:lnSpc>
                <a:spcPct val="90000"/>
              </a:lnSpc>
              <a:spcBef>
                <a:spcPts val="600"/>
              </a:spcBef>
              <a:spcAft>
                <a:spcPts val="0"/>
              </a:spcAft>
              <a:buClr>
                <a:schemeClr val="dk1"/>
              </a:buClr>
              <a:buSzPts val="1800"/>
              <a:buChar char="•"/>
              <a:defRPr/>
            </a:lvl6pPr>
            <a:lvl7pPr indent="-342900" lvl="6" marL="3200400" algn="l">
              <a:lnSpc>
                <a:spcPct val="90000"/>
              </a:lnSpc>
              <a:spcBef>
                <a:spcPts val="600"/>
              </a:spcBef>
              <a:spcAft>
                <a:spcPts val="0"/>
              </a:spcAft>
              <a:buClr>
                <a:schemeClr val="dk1"/>
              </a:buClr>
              <a:buSzPts val="1800"/>
              <a:buChar char="•"/>
              <a:defRPr/>
            </a:lvl7pPr>
            <a:lvl8pPr indent="-342900" lvl="7" marL="3657600" algn="l">
              <a:lnSpc>
                <a:spcPct val="90000"/>
              </a:lnSpc>
              <a:spcBef>
                <a:spcPts val="600"/>
              </a:spcBef>
              <a:spcAft>
                <a:spcPts val="0"/>
              </a:spcAft>
              <a:buClr>
                <a:schemeClr val="dk1"/>
              </a:buClr>
              <a:buSzPts val="1800"/>
              <a:buChar char="•"/>
              <a:defRPr/>
            </a:lvl8pPr>
            <a:lvl9pPr indent="-342900" lvl="8" marL="4114800" algn="l">
              <a:lnSpc>
                <a:spcPct val="90000"/>
              </a:lnSpc>
              <a:spcBef>
                <a:spcPts val="600"/>
              </a:spcBef>
              <a:spcAft>
                <a:spcPts val="0"/>
              </a:spcAft>
              <a:buClr>
                <a:schemeClr val="dk1"/>
              </a:buClr>
              <a:buSzPts val="1800"/>
              <a:buChar char="•"/>
              <a:defRPr/>
            </a:lvl9pPr>
          </a:lstStyle>
          <a:p/>
        </p:txBody>
      </p:sp>
      <p:sp>
        <p:nvSpPr>
          <p:cNvPr id="78" name="Google Shape;78;p21"/>
          <p:cNvSpPr txBox="1"/>
          <p:nvPr>
            <p:ph idx="3" type="body"/>
          </p:nvPr>
        </p:nvSpPr>
        <p:spPr>
          <a:xfrm>
            <a:off x="9635328" y="1925424"/>
            <a:ext cx="4239360" cy="2276208"/>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200"/>
              </a:spcBef>
              <a:spcAft>
                <a:spcPts val="0"/>
              </a:spcAft>
              <a:buClr>
                <a:schemeClr val="dk1"/>
              </a:buClr>
              <a:buSzPts val="1800"/>
              <a:buChar char="•"/>
              <a:defRPr/>
            </a:lvl1pPr>
            <a:lvl2pPr indent="-342900" lvl="1" marL="914400" algn="l">
              <a:lnSpc>
                <a:spcPct val="90000"/>
              </a:lnSpc>
              <a:spcBef>
                <a:spcPts val="600"/>
              </a:spcBef>
              <a:spcAft>
                <a:spcPts val="0"/>
              </a:spcAft>
              <a:buClr>
                <a:schemeClr val="dk1"/>
              </a:buClr>
              <a:buSzPts val="1800"/>
              <a:buChar char="•"/>
              <a:defRPr/>
            </a:lvl2pPr>
            <a:lvl3pPr indent="-342900" lvl="2" marL="1371600" algn="l">
              <a:lnSpc>
                <a:spcPct val="90000"/>
              </a:lnSpc>
              <a:spcBef>
                <a:spcPts val="600"/>
              </a:spcBef>
              <a:spcAft>
                <a:spcPts val="0"/>
              </a:spcAft>
              <a:buClr>
                <a:schemeClr val="dk1"/>
              </a:buClr>
              <a:buSzPts val="1800"/>
              <a:buChar char="•"/>
              <a:defRPr/>
            </a:lvl3pPr>
            <a:lvl4pPr indent="-342900" lvl="3" marL="1828800" algn="l">
              <a:lnSpc>
                <a:spcPct val="90000"/>
              </a:lnSpc>
              <a:spcBef>
                <a:spcPts val="600"/>
              </a:spcBef>
              <a:spcAft>
                <a:spcPts val="0"/>
              </a:spcAft>
              <a:buClr>
                <a:schemeClr val="dk1"/>
              </a:buClr>
              <a:buSzPts val="1800"/>
              <a:buChar char="•"/>
              <a:defRPr/>
            </a:lvl4pPr>
            <a:lvl5pPr indent="-342900" lvl="4" marL="2286000" algn="l">
              <a:lnSpc>
                <a:spcPct val="90000"/>
              </a:lnSpc>
              <a:spcBef>
                <a:spcPts val="600"/>
              </a:spcBef>
              <a:spcAft>
                <a:spcPts val="0"/>
              </a:spcAft>
              <a:buClr>
                <a:schemeClr val="dk1"/>
              </a:buClr>
              <a:buSzPts val="1800"/>
              <a:buChar char="•"/>
              <a:defRPr/>
            </a:lvl5pPr>
            <a:lvl6pPr indent="-342900" lvl="5" marL="2743200" algn="l">
              <a:lnSpc>
                <a:spcPct val="90000"/>
              </a:lnSpc>
              <a:spcBef>
                <a:spcPts val="600"/>
              </a:spcBef>
              <a:spcAft>
                <a:spcPts val="0"/>
              </a:spcAft>
              <a:buClr>
                <a:schemeClr val="dk1"/>
              </a:buClr>
              <a:buSzPts val="1800"/>
              <a:buChar char="•"/>
              <a:defRPr/>
            </a:lvl6pPr>
            <a:lvl7pPr indent="-342900" lvl="6" marL="3200400" algn="l">
              <a:lnSpc>
                <a:spcPct val="90000"/>
              </a:lnSpc>
              <a:spcBef>
                <a:spcPts val="600"/>
              </a:spcBef>
              <a:spcAft>
                <a:spcPts val="0"/>
              </a:spcAft>
              <a:buClr>
                <a:schemeClr val="dk1"/>
              </a:buClr>
              <a:buSzPts val="1800"/>
              <a:buChar char="•"/>
              <a:defRPr/>
            </a:lvl7pPr>
            <a:lvl8pPr indent="-342900" lvl="7" marL="3657600" algn="l">
              <a:lnSpc>
                <a:spcPct val="90000"/>
              </a:lnSpc>
              <a:spcBef>
                <a:spcPts val="600"/>
              </a:spcBef>
              <a:spcAft>
                <a:spcPts val="0"/>
              </a:spcAft>
              <a:buClr>
                <a:schemeClr val="dk1"/>
              </a:buClr>
              <a:buSzPts val="1800"/>
              <a:buChar char="•"/>
              <a:defRPr/>
            </a:lvl8pPr>
            <a:lvl9pPr indent="-342900" lvl="8" marL="4114800" algn="l">
              <a:lnSpc>
                <a:spcPct val="90000"/>
              </a:lnSpc>
              <a:spcBef>
                <a:spcPts val="600"/>
              </a:spcBef>
              <a:spcAft>
                <a:spcPts val="0"/>
              </a:spcAft>
              <a:buClr>
                <a:schemeClr val="dk1"/>
              </a:buClr>
              <a:buSzPts val="1800"/>
              <a:buChar char="•"/>
              <a:defRPr/>
            </a:lvl9pPr>
          </a:lstStyle>
          <a:p/>
        </p:txBody>
      </p:sp>
      <p:sp>
        <p:nvSpPr>
          <p:cNvPr id="79" name="Google Shape;79;p21"/>
          <p:cNvSpPr txBox="1"/>
          <p:nvPr>
            <p:ph idx="4" type="body"/>
          </p:nvPr>
        </p:nvSpPr>
        <p:spPr>
          <a:xfrm>
            <a:off x="731520" y="4418496"/>
            <a:ext cx="4239360" cy="2276208"/>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200"/>
              </a:spcBef>
              <a:spcAft>
                <a:spcPts val="0"/>
              </a:spcAft>
              <a:buClr>
                <a:schemeClr val="dk1"/>
              </a:buClr>
              <a:buSzPts val="1800"/>
              <a:buChar char="•"/>
              <a:defRPr/>
            </a:lvl1pPr>
            <a:lvl2pPr indent="-342900" lvl="1" marL="914400" algn="l">
              <a:lnSpc>
                <a:spcPct val="90000"/>
              </a:lnSpc>
              <a:spcBef>
                <a:spcPts val="600"/>
              </a:spcBef>
              <a:spcAft>
                <a:spcPts val="0"/>
              </a:spcAft>
              <a:buClr>
                <a:schemeClr val="dk1"/>
              </a:buClr>
              <a:buSzPts val="1800"/>
              <a:buChar char="•"/>
              <a:defRPr/>
            </a:lvl2pPr>
            <a:lvl3pPr indent="-342900" lvl="2" marL="1371600" algn="l">
              <a:lnSpc>
                <a:spcPct val="90000"/>
              </a:lnSpc>
              <a:spcBef>
                <a:spcPts val="600"/>
              </a:spcBef>
              <a:spcAft>
                <a:spcPts val="0"/>
              </a:spcAft>
              <a:buClr>
                <a:schemeClr val="dk1"/>
              </a:buClr>
              <a:buSzPts val="1800"/>
              <a:buChar char="•"/>
              <a:defRPr/>
            </a:lvl3pPr>
            <a:lvl4pPr indent="-342900" lvl="3" marL="1828800" algn="l">
              <a:lnSpc>
                <a:spcPct val="90000"/>
              </a:lnSpc>
              <a:spcBef>
                <a:spcPts val="600"/>
              </a:spcBef>
              <a:spcAft>
                <a:spcPts val="0"/>
              </a:spcAft>
              <a:buClr>
                <a:schemeClr val="dk1"/>
              </a:buClr>
              <a:buSzPts val="1800"/>
              <a:buChar char="•"/>
              <a:defRPr/>
            </a:lvl4pPr>
            <a:lvl5pPr indent="-342900" lvl="4" marL="2286000" algn="l">
              <a:lnSpc>
                <a:spcPct val="90000"/>
              </a:lnSpc>
              <a:spcBef>
                <a:spcPts val="600"/>
              </a:spcBef>
              <a:spcAft>
                <a:spcPts val="0"/>
              </a:spcAft>
              <a:buClr>
                <a:schemeClr val="dk1"/>
              </a:buClr>
              <a:buSzPts val="1800"/>
              <a:buChar char="•"/>
              <a:defRPr/>
            </a:lvl5pPr>
            <a:lvl6pPr indent="-342900" lvl="5" marL="2743200" algn="l">
              <a:lnSpc>
                <a:spcPct val="90000"/>
              </a:lnSpc>
              <a:spcBef>
                <a:spcPts val="600"/>
              </a:spcBef>
              <a:spcAft>
                <a:spcPts val="0"/>
              </a:spcAft>
              <a:buClr>
                <a:schemeClr val="dk1"/>
              </a:buClr>
              <a:buSzPts val="1800"/>
              <a:buChar char="•"/>
              <a:defRPr/>
            </a:lvl6pPr>
            <a:lvl7pPr indent="-342900" lvl="6" marL="3200400" algn="l">
              <a:lnSpc>
                <a:spcPct val="90000"/>
              </a:lnSpc>
              <a:spcBef>
                <a:spcPts val="600"/>
              </a:spcBef>
              <a:spcAft>
                <a:spcPts val="0"/>
              </a:spcAft>
              <a:buClr>
                <a:schemeClr val="dk1"/>
              </a:buClr>
              <a:buSzPts val="1800"/>
              <a:buChar char="•"/>
              <a:defRPr/>
            </a:lvl7pPr>
            <a:lvl8pPr indent="-342900" lvl="7" marL="3657600" algn="l">
              <a:lnSpc>
                <a:spcPct val="90000"/>
              </a:lnSpc>
              <a:spcBef>
                <a:spcPts val="600"/>
              </a:spcBef>
              <a:spcAft>
                <a:spcPts val="0"/>
              </a:spcAft>
              <a:buClr>
                <a:schemeClr val="dk1"/>
              </a:buClr>
              <a:buSzPts val="1800"/>
              <a:buChar char="•"/>
              <a:defRPr/>
            </a:lvl8pPr>
            <a:lvl9pPr indent="-342900" lvl="8" marL="4114800" algn="l">
              <a:lnSpc>
                <a:spcPct val="90000"/>
              </a:lnSpc>
              <a:spcBef>
                <a:spcPts val="600"/>
              </a:spcBef>
              <a:spcAft>
                <a:spcPts val="0"/>
              </a:spcAft>
              <a:buClr>
                <a:schemeClr val="dk1"/>
              </a:buClr>
              <a:buSzPts val="1800"/>
              <a:buChar char="•"/>
              <a:defRPr/>
            </a:lvl9pPr>
          </a:lstStyle>
          <a:p/>
        </p:txBody>
      </p:sp>
      <p:sp>
        <p:nvSpPr>
          <p:cNvPr id="80" name="Google Shape;80;p21"/>
          <p:cNvSpPr txBox="1"/>
          <p:nvPr>
            <p:ph idx="5" type="body"/>
          </p:nvPr>
        </p:nvSpPr>
        <p:spPr>
          <a:xfrm>
            <a:off x="5183424" y="4418496"/>
            <a:ext cx="4239360" cy="2276208"/>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200"/>
              </a:spcBef>
              <a:spcAft>
                <a:spcPts val="0"/>
              </a:spcAft>
              <a:buClr>
                <a:schemeClr val="dk1"/>
              </a:buClr>
              <a:buSzPts val="1800"/>
              <a:buChar char="•"/>
              <a:defRPr/>
            </a:lvl1pPr>
            <a:lvl2pPr indent="-342900" lvl="1" marL="914400" algn="l">
              <a:lnSpc>
                <a:spcPct val="90000"/>
              </a:lnSpc>
              <a:spcBef>
                <a:spcPts val="600"/>
              </a:spcBef>
              <a:spcAft>
                <a:spcPts val="0"/>
              </a:spcAft>
              <a:buClr>
                <a:schemeClr val="dk1"/>
              </a:buClr>
              <a:buSzPts val="1800"/>
              <a:buChar char="•"/>
              <a:defRPr/>
            </a:lvl2pPr>
            <a:lvl3pPr indent="-342900" lvl="2" marL="1371600" algn="l">
              <a:lnSpc>
                <a:spcPct val="90000"/>
              </a:lnSpc>
              <a:spcBef>
                <a:spcPts val="600"/>
              </a:spcBef>
              <a:spcAft>
                <a:spcPts val="0"/>
              </a:spcAft>
              <a:buClr>
                <a:schemeClr val="dk1"/>
              </a:buClr>
              <a:buSzPts val="1800"/>
              <a:buChar char="•"/>
              <a:defRPr/>
            </a:lvl3pPr>
            <a:lvl4pPr indent="-342900" lvl="3" marL="1828800" algn="l">
              <a:lnSpc>
                <a:spcPct val="90000"/>
              </a:lnSpc>
              <a:spcBef>
                <a:spcPts val="600"/>
              </a:spcBef>
              <a:spcAft>
                <a:spcPts val="0"/>
              </a:spcAft>
              <a:buClr>
                <a:schemeClr val="dk1"/>
              </a:buClr>
              <a:buSzPts val="1800"/>
              <a:buChar char="•"/>
              <a:defRPr/>
            </a:lvl4pPr>
            <a:lvl5pPr indent="-342900" lvl="4" marL="2286000" algn="l">
              <a:lnSpc>
                <a:spcPct val="90000"/>
              </a:lnSpc>
              <a:spcBef>
                <a:spcPts val="600"/>
              </a:spcBef>
              <a:spcAft>
                <a:spcPts val="0"/>
              </a:spcAft>
              <a:buClr>
                <a:schemeClr val="dk1"/>
              </a:buClr>
              <a:buSzPts val="1800"/>
              <a:buChar char="•"/>
              <a:defRPr/>
            </a:lvl5pPr>
            <a:lvl6pPr indent="-342900" lvl="5" marL="2743200" algn="l">
              <a:lnSpc>
                <a:spcPct val="90000"/>
              </a:lnSpc>
              <a:spcBef>
                <a:spcPts val="600"/>
              </a:spcBef>
              <a:spcAft>
                <a:spcPts val="0"/>
              </a:spcAft>
              <a:buClr>
                <a:schemeClr val="dk1"/>
              </a:buClr>
              <a:buSzPts val="1800"/>
              <a:buChar char="•"/>
              <a:defRPr/>
            </a:lvl6pPr>
            <a:lvl7pPr indent="-342900" lvl="6" marL="3200400" algn="l">
              <a:lnSpc>
                <a:spcPct val="90000"/>
              </a:lnSpc>
              <a:spcBef>
                <a:spcPts val="600"/>
              </a:spcBef>
              <a:spcAft>
                <a:spcPts val="0"/>
              </a:spcAft>
              <a:buClr>
                <a:schemeClr val="dk1"/>
              </a:buClr>
              <a:buSzPts val="1800"/>
              <a:buChar char="•"/>
              <a:defRPr/>
            </a:lvl7pPr>
            <a:lvl8pPr indent="-342900" lvl="7" marL="3657600" algn="l">
              <a:lnSpc>
                <a:spcPct val="90000"/>
              </a:lnSpc>
              <a:spcBef>
                <a:spcPts val="600"/>
              </a:spcBef>
              <a:spcAft>
                <a:spcPts val="0"/>
              </a:spcAft>
              <a:buClr>
                <a:schemeClr val="dk1"/>
              </a:buClr>
              <a:buSzPts val="1800"/>
              <a:buChar char="•"/>
              <a:defRPr/>
            </a:lvl8pPr>
            <a:lvl9pPr indent="-342900" lvl="8" marL="4114800" algn="l">
              <a:lnSpc>
                <a:spcPct val="90000"/>
              </a:lnSpc>
              <a:spcBef>
                <a:spcPts val="600"/>
              </a:spcBef>
              <a:spcAft>
                <a:spcPts val="0"/>
              </a:spcAft>
              <a:buClr>
                <a:schemeClr val="dk1"/>
              </a:buClr>
              <a:buSzPts val="1800"/>
              <a:buChar char="•"/>
              <a:defRPr/>
            </a:lvl9pPr>
          </a:lstStyle>
          <a:p/>
        </p:txBody>
      </p:sp>
      <p:sp>
        <p:nvSpPr>
          <p:cNvPr id="81" name="Google Shape;81;p21"/>
          <p:cNvSpPr txBox="1"/>
          <p:nvPr>
            <p:ph idx="6" type="body"/>
          </p:nvPr>
        </p:nvSpPr>
        <p:spPr>
          <a:xfrm>
            <a:off x="9635328" y="4418496"/>
            <a:ext cx="4239360" cy="2276208"/>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200"/>
              </a:spcBef>
              <a:spcAft>
                <a:spcPts val="0"/>
              </a:spcAft>
              <a:buClr>
                <a:schemeClr val="dk1"/>
              </a:buClr>
              <a:buSzPts val="1800"/>
              <a:buChar char="•"/>
              <a:defRPr/>
            </a:lvl1pPr>
            <a:lvl2pPr indent="-342900" lvl="1" marL="914400" algn="l">
              <a:lnSpc>
                <a:spcPct val="90000"/>
              </a:lnSpc>
              <a:spcBef>
                <a:spcPts val="600"/>
              </a:spcBef>
              <a:spcAft>
                <a:spcPts val="0"/>
              </a:spcAft>
              <a:buClr>
                <a:schemeClr val="dk1"/>
              </a:buClr>
              <a:buSzPts val="1800"/>
              <a:buChar char="•"/>
              <a:defRPr/>
            </a:lvl2pPr>
            <a:lvl3pPr indent="-342900" lvl="2" marL="1371600" algn="l">
              <a:lnSpc>
                <a:spcPct val="90000"/>
              </a:lnSpc>
              <a:spcBef>
                <a:spcPts val="600"/>
              </a:spcBef>
              <a:spcAft>
                <a:spcPts val="0"/>
              </a:spcAft>
              <a:buClr>
                <a:schemeClr val="dk1"/>
              </a:buClr>
              <a:buSzPts val="1800"/>
              <a:buChar char="•"/>
              <a:defRPr/>
            </a:lvl3pPr>
            <a:lvl4pPr indent="-342900" lvl="3" marL="1828800" algn="l">
              <a:lnSpc>
                <a:spcPct val="90000"/>
              </a:lnSpc>
              <a:spcBef>
                <a:spcPts val="600"/>
              </a:spcBef>
              <a:spcAft>
                <a:spcPts val="0"/>
              </a:spcAft>
              <a:buClr>
                <a:schemeClr val="dk1"/>
              </a:buClr>
              <a:buSzPts val="1800"/>
              <a:buChar char="•"/>
              <a:defRPr/>
            </a:lvl4pPr>
            <a:lvl5pPr indent="-342900" lvl="4" marL="2286000" algn="l">
              <a:lnSpc>
                <a:spcPct val="90000"/>
              </a:lnSpc>
              <a:spcBef>
                <a:spcPts val="600"/>
              </a:spcBef>
              <a:spcAft>
                <a:spcPts val="0"/>
              </a:spcAft>
              <a:buClr>
                <a:schemeClr val="dk1"/>
              </a:buClr>
              <a:buSzPts val="1800"/>
              <a:buChar char="•"/>
              <a:defRPr/>
            </a:lvl5pPr>
            <a:lvl6pPr indent="-342900" lvl="5" marL="2743200" algn="l">
              <a:lnSpc>
                <a:spcPct val="90000"/>
              </a:lnSpc>
              <a:spcBef>
                <a:spcPts val="600"/>
              </a:spcBef>
              <a:spcAft>
                <a:spcPts val="0"/>
              </a:spcAft>
              <a:buClr>
                <a:schemeClr val="dk1"/>
              </a:buClr>
              <a:buSzPts val="1800"/>
              <a:buChar char="•"/>
              <a:defRPr/>
            </a:lvl6pPr>
            <a:lvl7pPr indent="-342900" lvl="6" marL="3200400" algn="l">
              <a:lnSpc>
                <a:spcPct val="90000"/>
              </a:lnSpc>
              <a:spcBef>
                <a:spcPts val="600"/>
              </a:spcBef>
              <a:spcAft>
                <a:spcPts val="0"/>
              </a:spcAft>
              <a:buClr>
                <a:schemeClr val="dk1"/>
              </a:buClr>
              <a:buSzPts val="1800"/>
              <a:buChar char="•"/>
              <a:defRPr/>
            </a:lvl7pPr>
            <a:lvl8pPr indent="-342900" lvl="7" marL="3657600" algn="l">
              <a:lnSpc>
                <a:spcPct val="90000"/>
              </a:lnSpc>
              <a:spcBef>
                <a:spcPts val="600"/>
              </a:spcBef>
              <a:spcAft>
                <a:spcPts val="0"/>
              </a:spcAft>
              <a:buClr>
                <a:schemeClr val="dk1"/>
              </a:buClr>
              <a:buSzPts val="1800"/>
              <a:buChar char="•"/>
              <a:defRPr/>
            </a:lvl8pPr>
            <a:lvl9pPr indent="-342900" lvl="8" marL="4114800" algn="l">
              <a:lnSpc>
                <a:spcPct val="90000"/>
              </a:lnSpc>
              <a:spcBef>
                <a:spcPts val="600"/>
              </a:spcBef>
              <a:spcAft>
                <a:spcPts val="0"/>
              </a:spcAft>
              <a:buClr>
                <a:schemeClr val="dk1"/>
              </a:buClr>
              <a:buSzPts val="1800"/>
              <a:buChar char="•"/>
              <a:defRPr/>
            </a:lvl9pPr>
          </a:lstStyle>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仅标题">
  <p:cSld name="仅标题">
    <p:spTree>
      <p:nvGrpSpPr>
        <p:cNvPr id="82" name="Shape 82"/>
        <p:cNvGrpSpPr/>
        <p:nvPr/>
      </p:nvGrpSpPr>
      <p:grpSpPr>
        <a:xfrm>
          <a:off x="0" y="0"/>
          <a:ext cx="0" cy="0"/>
          <a:chOff x="0" y="0"/>
          <a:chExt cx="0" cy="0"/>
        </a:xfrm>
      </p:grpSpPr>
      <p:sp>
        <p:nvSpPr>
          <p:cNvPr id="83" name="Google Shape;83;p22"/>
          <p:cNvSpPr txBox="1"/>
          <p:nvPr>
            <p:ph type="title"/>
          </p:nvPr>
        </p:nvSpPr>
        <p:spPr>
          <a:xfrm>
            <a:off x="835200" y="473286"/>
            <a:ext cx="12960000" cy="95040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SzPts val="4400"/>
              <a:buNone/>
              <a:defRPr sz="3840">
                <a:solidFill>
                  <a:srgbClr val="262626"/>
                </a:solidFill>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4" name="Google Shape;84;p22"/>
          <p:cNvSpPr txBox="1"/>
          <p:nvPr>
            <p:ph idx="10" type="dt"/>
          </p:nvPr>
        </p:nvSpPr>
        <p:spPr>
          <a:xfrm>
            <a:off x="731520" y="7627824"/>
            <a:ext cx="3413376" cy="437616"/>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5" name="Google Shape;85;p22"/>
          <p:cNvSpPr txBox="1"/>
          <p:nvPr>
            <p:ph idx="11" type="ftr"/>
          </p:nvPr>
        </p:nvSpPr>
        <p:spPr>
          <a:xfrm>
            <a:off x="4998528" y="7627824"/>
            <a:ext cx="4632192" cy="437616"/>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6" name="Google Shape;86;p22"/>
          <p:cNvSpPr txBox="1"/>
          <p:nvPr>
            <p:ph idx="12" type="sldNum"/>
          </p:nvPr>
        </p:nvSpPr>
        <p:spPr>
          <a:xfrm>
            <a:off x="10484928" y="7627824"/>
            <a:ext cx="3413376" cy="437616"/>
          </a:xfrm>
          <a:prstGeom prst="rect">
            <a:avLst/>
          </a:prstGeom>
          <a:noFill/>
          <a:ln>
            <a:noFill/>
          </a:ln>
        </p:spPr>
        <p:txBody>
          <a:bodyPr anchorCtr="0" anchor="ctr" bIns="45700" lIns="91425" spcFirstLastPara="1" rIns="91425" wrap="square" tIns="45700">
            <a:noAutofit/>
          </a:bodyPr>
          <a:lstStyle>
            <a:lvl1pPr indent="0" lvl="0" marL="0" algn="r">
              <a:lnSpc>
                <a:spcPct val="100000"/>
              </a:lnSpc>
              <a:spcBef>
                <a:spcPts val="0"/>
              </a:spcBef>
              <a:spcAft>
                <a:spcPts val="0"/>
              </a:spcAft>
              <a:buSzPts val="1200"/>
              <a:buNone/>
              <a:defRPr b="0" i="0" sz="1440" u="none" cap="none" strike="noStrike">
                <a:solidFill>
                  <a:srgbClr val="898989"/>
                </a:solidFill>
                <a:latin typeface="Arial"/>
                <a:ea typeface="Arial"/>
                <a:cs typeface="Arial"/>
                <a:sym typeface="Arial"/>
              </a:defRPr>
            </a:lvl1pPr>
            <a:lvl2pPr indent="0" lvl="1" marL="0" algn="r">
              <a:lnSpc>
                <a:spcPct val="100000"/>
              </a:lnSpc>
              <a:spcBef>
                <a:spcPts val="0"/>
              </a:spcBef>
              <a:spcAft>
                <a:spcPts val="0"/>
              </a:spcAft>
              <a:buSzPts val="1200"/>
              <a:buNone/>
              <a:defRPr b="0" i="0" sz="1440" u="none" cap="none" strike="noStrike">
                <a:solidFill>
                  <a:srgbClr val="898989"/>
                </a:solidFill>
                <a:latin typeface="Arial"/>
                <a:ea typeface="Arial"/>
                <a:cs typeface="Arial"/>
                <a:sym typeface="Arial"/>
              </a:defRPr>
            </a:lvl2pPr>
            <a:lvl3pPr indent="0" lvl="2" marL="0" algn="r">
              <a:lnSpc>
                <a:spcPct val="100000"/>
              </a:lnSpc>
              <a:spcBef>
                <a:spcPts val="0"/>
              </a:spcBef>
              <a:spcAft>
                <a:spcPts val="0"/>
              </a:spcAft>
              <a:buSzPts val="1200"/>
              <a:buNone/>
              <a:defRPr b="0" i="0" sz="1440" u="none" cap="none" strike="noStrike">
                <a:solidFill>
                  <a:srgbClr val="898989"/>
                </a:solidFill>
                <a:latin typeface="Arial"/>
                <a:ea typeface="Arial"/>
                <a:cs typeface="Arial"/>
                <a:sym typeface="Arial"/>
              </a:defRPr>
            </a:lvl3pPr>
            <a:lvl4pPr indent="0" lvl="3" marL="0" algn="r">
              <a:lnSpc>
                <a:spcPct val="100000"/>
              </a:lnSpc>
              <a:spcBef>
                <a:spcPts val="0"/>
              </a:spcBef>
              <a:spcAft>
                <a:spcPts val="0"/>
              </a:spcAft>
              <a:buSzPts val="1200"/>
              <a:buNone/>
              <a:defRPr b="0" i="0" sz="1440" u="none" cap="none" strike="noStrike">
                <a:solidFill>
                  <a:srgbClr val="898989"/>
                </a:solidFill>
                <a:latin typeface="Arial"/>
                <a:ea typeface="Arial"/>
                <a:cs typeface="Arial"/>
                <a:sym typeface="Arial"/>
              </a:defRPr>
            </a:lvl4pPr>
            <a:lvl5pPr indent="0" lvl="4" marL="0" algn="r">
              <a:lnSpc>
                <a:spcPct val="100000"/>
              </a:lnSpc>
              <a:spcBef>
                <a:spcPts val="0"/>
              </a:spcBef>
              <a:spcAft>
                <a:spcPts val="0"/>
              </a:spcAft>
              <a:buSzPts val="1200"/>
              <a:buNone/>
              <a:defRPr b="0" i="0" sz="1440" u="none" cap="none" strike="noStrike">
                <a:solidFill>
                  <a:srgbClr val="898989"/>
                </a:solidFill>
                <a:latin typeface="Arial"/>
                <a:ea typeface="Arial"/>
                <a:cs typeface="Arial"/>
                <a:sym typeface="Arial"/>
              </a:defRPr>
            </a:lvl5pPr>
            <a:lvl6pPr indent="0" lvl="5" marL="0" algn="r">
              <a:lnSpc>
                <a:spcPct val="100000"/>
              </a:lnSpc>
              <a:spcBef>
                <a:spcPts val="0"/>
              </a:spcBef>
              <a:spcAft>
                <a:spcPts val="0"/>
              </a:spcAft>
              <a:buSzPts val="1200"/>
              <a:buNone/>
              <a:defRPr b="0" i="0" sz="1440" u="none" cap="none" strike="noStrike">
                <a:solidFill>
                  <a:srgbClr val="898989"/>
                </a:solidFill>
                <a:latin typeface="Arial"/>
                <a:ea typeface="Arial"/>
                <a:cs typeface="Arial"/>
                <a:sym typeface="Arial"/>
              </a:defRPr>
            </a:lvl6pPr>
            <a:lvl7pPr indent="0" lvl="6" marL="0" algn="r">
              <a:lnSpc>
                <a:spcPct val="100000"/>
              </a:lnSpc>
              <a:spcBef>
                <a:spcPts val="0"/>
              </a:spcBef>
              <a:spcAft>
                <a:spcPts val="0"/>
              </a:spcAft>
              <a:buSzPts val="1200"/>
              <a:buNone/>
              <a:defRPr b="0" i="0" sz="1440" u="none" cap="none" strike="noStrike">
                <a:solidFill>
                  <a:srgbClr val="898989"/>
                </a:solidFill>
                <a:latin typeface="Arial"/>
                <a:ea typeface="Arial"/>
                <a:cs typeface="Arial"/>
                <a:sym typeface="Arial"/>
              </a:defRPr>
            </a:lvl7pPr>
            <a:lvl8pPr indent="0" lvl="7" marL="0" algn="r">
              <a:lnSpc>
                <a:spcPct val="100000"/>
              </a:lnSpc>
              <a:spcBef>
                <a:spcPts val="0"/>
              </a:spcBef>
              <a:spcAft>
                <a:spcPts val="0"/>
              </a:spcAft>
              <a:buSzPts val="1200"/>
              <a:buNone/>
              <a:defRPr b="0" i="0" sz="1440" u="none" cap="none" strike="noStrike">
                <a:solidFill>
                  <a:srgbClr val="898989"/>
                </a:solidFill>
                <a:latin typeface="Arial"/>
                <a:ea typeface="Arial"/>
                <a:cs typeface="Arial"/>
                <a:sym typeface="Arial"/>
              </a:defRPr>
            </a:lvl8pPr>
            <a:lvl9pPr indent="0" lvl="8" marL="0" algn="r">
              <a:lnSpc>
                <a:spcPct val="100000"/>
              </a:lnSpc>
              <a:spcBef>
                <a:spcPts val="0"/>
              </a:spcBef>
              <a:spcAft>
                <a:spcPts val="0"/>
              </a:spcAft>
              <a:buSzPts val="1200"/>
              <a:buNone/>
              <a:defRPr b="0" i="0" sz="1440" u="none" cap="none" strike="noStrike">
                <a:solidFill>
                  <a:srgbClr val="898989"/>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20" Type="http://schemas.openxmlformats.org/officeDocument/2006/relationships/slideLayout" Target="../slideLayouts/slideLayout18.xml"/><Relationship Id="rId11" Type="http://schemas.openxmlformats.org/officeDocument/2006/relationships/slideLayout" Target="../slideLayouts/slideLayout9.xml"/><Relationship Id="rId22" Type="http://schemas.openxmlformats.org/officeDocument/2006/relationships/slideLayout" Target="../slideLayouts/slideLayout20.xml"/><Relationship Id="rId10" Type="http://schemas.openxmlformats.org/officeDocument/2006/relationships/slideLayout" Target="../slideLayouts/slideLayout8.xml"/><Relationship Id="rId21" Type="http://schemas.openxmlformats.org/officeDocument/2006/relationships/slideLayout" Target="../slideLayouts/slideLayout19.xml"/><Relationship Id="rId13" Type="http://schemas.openxmlformats.org/officeDocument/2006/relationships/slideLayout" Target="../slideLayouts/slideLayout11.xml"/><Relationship Id="rId24" Type="http://schemas.openxmlformats.org/officeDocument/2006/relationships/theme" Target="../theme/theme2.xml"/><Relationship Id="rId12" Type="http://schemas.openxmlformats.org/officeDocument/2006/relationships/slideLayout" Target="../slideLayouts/slideLayout10.xml"/><Relationship Id="rId23" Type="http://schemas.openxmlformats.org/officeDocument/2006/relationships/slideLayout" Target="../slideLayouts/slideLayout21.xml"/><Relationship Id="rId1" Type="http://schemas.openxmlformats.org/officeDocument/2006/relationships/image" Target="../media/image1.png"/><Relationship Id="rId2" Type="http://schemas.openxmlformats.org/officeDocument/2006/relationships/image" Target="../media/image20.jpg"/><Relationship Id="rId3" Type="http://schemas.openxmlformats.org/officeDocument/2006/relationships/slideLayout" Target="../slideLayouts/slideLayout1.xml"/><Relationship Id="rId4" Type="http://schemas.openxmlformats.org/officeDocument/2006/relationships/slideLayout" Target="../slideLayouts/slideLayout2.xml"/><Relationship Id="rId9" Type="http://schemas.openxmlformats.org/officeDocument/2006/relationships/slideLayout" Target="../slideLayouts/slideLayout7.xml"/><Relationship Id="rId15" Type="http://schemas.openxmlformats.org/officeDocument/2006/relationships/slideLayout" Target="../slideLayouts/slideLayout13.xml"/><Relationship Id="rId14" Type="http://schemas.openxmlformats.org/officeDocument/2006/relationships/slideLayout" Target="../slideLayouts/slideLayout12.xml"/><Relationship Id="rId17" Type="http://schemas.openxmlformats.org/officeDocument/2006/relationships/slideLayout" Target="../slideLayouts/slideLayout15.xml"/><Relationship Id="rId16" Type="http://schemas.openxmlformats.org/officeDocument/2006/relationships/slideLayout" Target="../slideLayouts/slideLayout14.xml"/><Relationship Id="rId5" Type="http://schemas.openxmlformats.org/officeDocument/2006/relationships/slideLayout" Target="../slideLayouts/slideLayout3.xml"/><Relationship Id="rId19" Type="http://schemas.openxmlformats.org/officeDocument/2006/relationships/slideLayout" Target="../slideLayouts/slideLayout17.xml"/><Relationship Id="rId6" Type="http://schemas.openxmlformats.org/officeDocument/2006/relationships/slideLayout" Target="../slideLayouts/slideLayout4.xml"/><Relationship Id="rId18" Type="http://schemas.openxmlformats.org/officeDocument/2006/relationships/slideLayout" Target="../slideLayouts/slideLayout16.xml"/><Relationship Id="rId7" Type="http://schemas.openxmlformats.org/officeDocument/2006/relationships/slideLayout" Target="../slideLayouts/slideLayout5.xml"/><Relationship Id="rId8" Type="http://schemas.openxmlformats.org/officeDocument/2006/relationships/slideLayout" Target="../slideLayouts/slideLayout6.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 name="Shape 5"/>
        <p:cNvGrpSpPr/>
        <p:nvPr/>
      </p:nvGrpSpPr>
      <p:grpSpPr>
        <a:xfrm>
          <a:off x="0" y="0"/>
          <a:ext cx="0" cy="0"/>
          <a:chOff x="0" y="0"/>
          <a:chExt cx="0" cy="0"/>
        </a:xfrm>
      </p:grpSpPr>
      <p:sp>
        <p:nvSpPr>
          <p:cNvPr id="6" name="Google Shape;6;p1"/>
          <p:cNvSpPr/>
          <p:nvPr/>
        </p:nvSpPr>
        <p:spPr>
          <a:xfrm>
            <a:off x="0" y="0"/>
            <a:ext cx="14629824" cy="1005264"/>
          </a:xfrm>
          <a:prstGeom prst="rect">
            <a:avLst/>
          </a:prstGeom>
          <a:solidFill>
            <a:srgbClr val="FF3300"/>
          </a:solidFill>
          <a:ln>
            <a:noFill/>
          </a:ln>
        </p:spPr>
        <p:txBody>
          <a:bodyPr anchorCtr="0" anchor="ctr" bIns="109700" lIns="109700" spcFirstLastPara="1" rIns="109700" wrap="square" tIns="109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680" u="none" cap="none" strike="noStrike">
              <a:solidFill>
                <a:srgbClr val="000000"/>
              </a:solidFill>
              <a:latin typeface="Arial"/>
              <a:ea typeface="Arial"/>
              <a:cs typeface="Arial"/>
              <a:sym typeface="Arial"/>
            </a:endParaRPr>
          </a:p>
        </p:txBody>
      </p:sp>
      <p:sp>
        <p:nvSpPr>
          <p:cNvPr id="7" name="Google Shape;7;p1"/>
          <p:cNvSpPr/>
          <p:nvPr/>
        </p:nvSpPr>
        <p:spPr>
          <a:xfrm flipH="1" rot="10800000">
            <a:off x="0" y="8045568"/>
            <a:ext cx="14629824" cy="237168"/>
          </a:xfrm>
          <a:prstGeom prst="rect">
            <a:avLst/>
          </a:prstGeom>
          <a:solidFill>
            <a:srgbClr val="FF0000"/>
          </a:solidFill>
          <a:ln>
            <a:noFill/>
          </a:ln>
        </p:spPr>
        <p:txBody>
          <a:bodyPr anchorCtr="0" anchor="ctr" bIns="109700" lIns="109700" spcFirstLastPara="1" rIns="109700" wrap="square" tIns="109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680" u="none" cap="none" strike="noStrike">
              <a:solidFill>
                <a:srgbClr val="000000"/>
              </a:solidFill>
              <a:latin typeface="Arial"/>
              <a:ea typeface="Arial"/>
              <a:cs typeface="Arial"/>
              <a:sym typeface="Arial"/>
            </a:endParaRPr>
          </a:p>
        </p:txBody>
      </p:sp>
      <p:pic>
        <p:nvPicPr>
          <p:cNvPr descr="LOGO.gif" id="8" name="Google Shape;8;p1"/>
          <p:cNvPicPr preferRelativeResize="0"/>
          <p:nvPr/>
        </p:nvPicPr>
        <p:blipFill rotWithShape="1">
          <a:blip r:embed="rId1">
            <a:alphaModFix/>
          </a:blip>
          <a:srcRect b="10718" l="0" r="0" t="0"/>
          <a:stretch/>
        </p:blipFill>
        <p:spPr>
          <a:xfrm>
            <a:off x="10484928" y="274320"/>
            <a:ext cx="3291264" cy="761616"/>
          </a:xfrm>
          <a:prstGeom prst="rect">
            <a:avLst/>
          </a:prstGeom>
          <a:noFill/>
          <a:ln>
            <a:noFill/>
          </a:ln>
        </p:spPr>
      </p:pic>
      <p:pic>
        <p:nvPicPr>
          <p:cNvPr descr="LOGO.gif" id="9" name="Google Shape;9;p1"/>
          <p:cNvPicPr preferRelativeResize="0"/>
          <p:nvPr/>
        </p:nvPicPr>
        <p:blipFill rotWithShape="1">
          <a:blip r:embed="rId1">
            <a:alphaModFix/>
          </a:blip>
          <a:srcRect b="10718" l="0" r="0" t="0"/>
          <a:stretch/>
        </p:blipFill>
        <p:spPr>
          <a:xfrm>
            <a:off x="10484928" y="274320"/>
            <a:ext cx="3291264" cy="761616"/>
          </a:xfrm>
          <a:prstGeom prst="rect">
            <a:avLst/>
          </a:prstGeom>
          <a:noFill/>
          <a:ln>
            <a:noFill/>
          </a:ln>
        </p:spPr>
      </p:pic>
      <p:grpSp>
        <p:nvGrpSpPr>
          <p:cNvPr id="10" name="Google Shape;10;p1"/>
          <p:cNvGrpSpPr/>
          <p:nvPr/>
        </p:nvGrpSpPr>
        <p:grpSpPr>
          <a:xfrm>
            <a:off x="9834624" y="0"/>
            <a:ext cx="4795200" cy="1051056"/>
            <a:chOff x="6146640" y="0"/>
            <a:chExt cx="2997000" cy="875880"/>
          </a:xfrm>
        </p:grpSpPr>
        <p:sp>
          <p:nvSpPr>
            <p:cNvPr id="11" name="Google Shape;11;p1"/>
            <p:cNvSpPr/>
            <p:nvPr/>
          </p:nvSpPr>
          <p:spPr>
            <a:xfrm>
              <a:off x="6146640" y="0"/>
              <a:ext cx="2997000" cy="837720"/>
            </a:xfrm>
            <a:prstGeom prst="rect">
              <a:avLst/>
            </a:prstGeom>
            <a:solidFill>
              <a:srgbClr val="FF33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680" u="none" cap="none" strike="noStrike">
                <a:solidFill>
                  <a:srgbClr val="000000"/>
                </a:solidFill>
                <a:latin typeface="Arial"/>
                <a:ea typeface="Arial"/>
                <a:cs typeface="Arial"/>
                <a:sym typeface="Arial"/>
              </a:endParaRPr>
            </a:p>
          </p:txBody>
        </p:sp>
        <p:pic>
          <p:nvPicPr>
            <p:cNvPr descr="LOGO.gif" id="12" name="Google Shape;12;p1"/>
            <p:cNvPicPr preferRelativeResize="0"/>
            <p:nvPr/>
          </p:nvPicPr>
          <p:blipFill rotWithShape="1">
            <a:blip r:embed="rId1">
              <a:alphaModFix/>
            </a:blip>
            <a:srcRect b="10718" l="0" r="0" t="0"/>
            <a:stretch/>
          </p:blipFill>
          <p:spPr>
            <a:xfrm>
              <a:off x="6553080" y="228600"/>
              <a:ext cx="2057040" cy="634680"/>
            </a:xfrm>
            <a:prstGeom prst="rect">
              <a:avLst/>
            </a:prstGeom>
            <a:noFill/>
            <a:ln>
              <a:noFill/>
            </a:ln>
          </p:spPr>
        </p:pic>
        <p:sp>
          <p:nvSpPr>
            <p:cNvPr id="13" name="Google Shape;13;p1"/>
            <p:cNvSpPr/>
            <p:nvPr/>
          </p:nvSpPr>
          <p:spPr>
            <a:xfrm>
              <a:off x="6527880" y="190440"/>
              <a:ext cx="2076120" cy="68544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680" u="none" cap="none" strike="noStrike">
                <a:solidFill>
                  <a:srgbClr val="000000"/>
                </a:solidFill>
                <a:latin typeface="Arial"/>
                <a:ea typeface="Arial"/>
                <a:cs typeface="Arial"/>
                <a:sym typeface="Arial"/>
              </a:endParaRPr>
            </a:p>
          </p:txBody>
        </p:sp>
      </p:grpSp>
      <p:pic>
        <p:nvPicPr>
          <p:cNvPr descr="logo.jpg" id="14" name="Google Shape;14;p1"/>
          <p:cNvPicPr preferRelativeResize="0"/>
          <p:nvPr/>
        </p:nvPicPr>
        <p:blipFill rotWithShape="1">
          <a:blip r:embed="rId2">
            <a:alphaModFix/>
          </a:blip>
          <a:srcRect b="0" l="0" r="0" t="0"/>
          <a:stretch/>
        </p:blipFill>
        <p:spPr>
          <a:xfrm>
            <a:off x="10484928" y="274320"/>
            <a:ext cx="3072960" cy="730944"/>
          </a:xfrm>
          <a:prstGeom prst="rect">
            <a:avLst/>
          </a:prstGeom>
          <a:noFill/>
          <a:ln>
            <a:noFill/>
          </a:ln>
        </p:spPr>
      </p:pic>
      <p:pic>
        <p:nvPicPr>
          <p:cNvPr descr="LOGO.gif" id="15" name="Google Shape;15;p1"/>
          <p:cNvPicPr preferRelativeResize="0"/>
          <p:nvPr/>
        </p:nvPicPr>
        <p:blipFill rotWithShape="1">
          <a:blip r:embed="rId1">
            <a:alphaModFix/>
          </a:blip>
          <a:srcRect b="10718" l="0" r="0" t="0"/>
          <a:stretch/>
        </p:blipFill>
        <p:spPr>
          <a:xfrm>
            <a:off x="10484928" y="274320"/>
            <a:ext cx="3291264" cy="761616"/>
          </a:xfrm>
          <a:prstGeom prst="rect">
            <a:avLst/>
          </a:prstGeom>
          <a:noFill/>
          <a:ln>
            <a:noFill/>
          </a:ln>
        </p:spPr>
      </p:pic>
      <p:grpSp>
        <p:nvGrpSpPr>
          <p:cNvPr id="16" name="Google Shape;16;p1"/>
          <p:cNvGrpSpPr/>
          <p:nvPr/>
        </p:nvGrpSpPr>
        <p:grpSpPr>
          <a:xfrm>
            <a:off x="9834624" y="0"/>
            <a:ext cx="4795200" cy="1051056"/>
            <a:chOff x="6146640" y="0"/>
            <a:chExt cx="2997000" cy="875880"/>
          </a:xfrm>
        </p:grpSpPr>
        <p:sp>
          <p:nvSpPr>
            <p:cNvPr id="17" name="Google Shape;17;p1"/>
            <p:cNvSpPr/>
            <p:nvPr/>
          </p:nvSpPr>
          <p:spPr>
            <a:xfrm>
              <a:off x="6146640" y="0"/>
              <a:ext cx="2997000" cy="837720"/>
            </a:xfrm>
            <a:prstGeom prst="rect">
              <a:avLst/>
            </a:prstGeom>
            <a:solidFill>
              <a:srgbClr val="FF33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680" u="none" cap="none" strike="noStrike">
                <a:solidFill>
                  <a:srgbClr val="000000"/>
                </a:solidFill>
                <a:latin typeface="Arial"/>
                <a:ea typeface="Arial"/>
                <a:cs typeface="Arial"/>
                <a:sym typeface="Arial"/>
              </a:endParaRPr>
            </a:p>
          </p:txBody>
        </p:sp>
        <p:pic>
          <p:nvPicPr>
            <p:cNvPr descr="LOGO.gif" id="18" name="Google Shape;18;p1"/>
            <p:cNvPicPr preferRelativeResize="0"/>
            <p:nvPr/>
          </p:nvPicPr>
          <p:blipFill rotWithShape="1">
            <a:blip r:embed="rId1">
              <a:alphaModFix/>
            </a:blip>
            <a:srcRect b="10718" l="0" r="0" t="0"/>
            <a:stretch/>
          </p:blipFill>
          <p:spPr>
            <a:xfrm>
              <a:off x="6553080" y="228600"/>
              <a:ext cx="2057040" cy="634680"/>
            </a:xfrm>
            <a:prstGeom prst="rect">
              <a:avLst/>
            </a:prstGeom>
            <a:noFill/>
            <a:ln>
              <a:noFill/>
            </a:ln>
          </p:spPr>
        </p:pic>
        <p:sp>
          <p:nvSpPr>
            <p:cNvPr id="19" name="Google Shape;19;p1"/>
            <p:cNvSpPr/>
            <p:nvPr/>
          </p:nvSpPr>
          <p:spPr>
            <a:xfrm>
              <a:off x="6527880" y="190440"/>
              <a:ext cx="2076120" cy="68544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680" u="none" cap="none" strike="noStrike">
                <a:solidFill>
                  <a:srgbClr val="000000"/>
                </a:solidFill>
                <a:latin typeface="Arial"/>
                <a:ea typeface="Arial"/>
                <a:cs typeface="Arial"/>
                <a:sym typeface="Arial"/>
              </a:endParaRPr>
            </a:p>
          </p:txBody>
        </p:sp>
      </p:grpSp>
      <p:pic>
        <p:nvPicPr>
          <p:cNvPr descr="logo.jpg" id="20" name="Google Shape;20;p1"/>
          <p:cNvPicPr preferRelativeResize="0"/>
          <p:nvPr/>
        </p:nvPicPr>
        <p:blipFill rotWithShape="1">
          <a:blip r:embed="rId2">
            <a:alphaModFix/>
          </a:blip>
          <a:srcRect b="0" l="0" r="0" t="0"/>
          <a:stretch/>
        </p:blipFill>
        <p:spPr>
          <a:xfrm>
            <a:off x="10484928" y="274320"/>
            <a:ext cx="3072960" cy="730944"/>
          </a:xfrm>
          <a:prstGeom prst="rect">
            <a:avLst/>
          </a:prstGeom>
          <a:noFill/>
          <a:ln>
            <a:noFill/>
          </a:ln>
        </p:spPr>
      </p:pic>
      <p:sp>
        <p:nvSpPr>
          <p:cNvPr id="21" name="Google Shape;21;p1"/>
          <p:cNvSpPr txBox="1"/>
          <p:nvPr>
            <p:ph type="title"/>
          </p:nvPr>
        </p:nvSpPr>
        <p:spPr>
          <a:xfrm>
            <a:off x="0" y="0"/>
            <a:ext cx="10362816" cy="1005264"/>
          </a:xfrm>
          <a:prstGeom prst="rect">
            <a:avLst/>
          </a:prstGeom>
          <a:noFill/>
          <a:ln>
            <a:noFill/>
          </a:ln>
        </p:spPr>
        <p:txBody>
          <a:bodyPr anchorCtr="0" anchor="ctr"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Arial"/>
              <a:buNone/>
              <a:defRPr b="0" i="0" sz="44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22" name="Google Shape;22;p1"/>
          <p:cNvSpPr txBox="1"/>
          <p:nvPr>
            <p:ph idx="1" type="body"/>
          </p:nvPr>
        </p:nvSpPr>
        <p:spPr>
          <a:xfrm>
            <a:off x="731520" y="1645920"/>
            <a:ext cx="13166784" cy="5430672"/>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23" name="Google Shape;23;p1"/>
          <p:cNvSpPr txBox="1"/>
          <p:nvPr>
            <p:ph idx="10" type="dt"/>
          </p:nvPr>
        </p:nvSpPr>
        <p:spPr>
          <a:xfrm>
            <a:off x="731520" y="7627824"/>
            <a:ext cx="3413376" cy="437616"/>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216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216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216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216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216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216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216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216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2160" u="none" cap="none" strike="noStrike">
                <a:solidFill>
                  <a:schemeClr val="dk1"/>
                </a:solidFill>
                <a:latin typeface="Arial"/>
                <a:ea typeface="Arial"/>
                <a:cs typeface="Arial"/>
                <a:sym typeface="Arial"/>
              </a:defRPr>
            </a:lvl9pPr>
          </a:lstStyle>
          <a:p/>
        </p:txBody>
      </p:sp>
      <p:sp>
        <p:nvSpPr>
          <p:cNvPr id="24" name="Google Shape;24;p1"/>
          <p:cNvSpPr txBox="1"/>
          <p:nvPr>
            <p:ph idx="11" type="ftr"/>
          </p:nvPr>
        </p:nvSpPr>
        <p:spPr>
          <a:xfrm>
            <a:off x="4998528" y="7627824"/>
            <a:ext cx="4632192" cy="437616"/>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216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216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216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216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216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216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216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216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2160" u="none" cap="none" strike="noStrike">
                <a:solidFill>
                  <a:schemeClr val="dk1"/>
                </a:solidFill>
                <a:latin typeface="Arial"/>
                <a:ea typeface="Arial"/>
                <a:cs typeface="Arial"/>
                <a:sym typeface="Arial"/>
              </a:defRPr>
            </a:lvl9pPr>
          </a:lstStyle>
          <a:p/>
        </p:txBody>
      </p:sp>
      <p:sp>
        <p:nvSpPr>
          <p:cNvPr id="25" name="Google Shape;25;p1"/>
          <p:cNvSpPr txBox="1"/>
          <p:nvPr>
            <p:ph idx="12" type="sldNum"/>
          </p:nvPr>
        </p:nvSpPr>
        <p:spPr>
          <a:xfrm>
            <a:off x="10484928" y="7627824"/>
            <a:ext cx="3413376" cy="437616"/>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440" u="none" cap="none" strike="noStrike">
                <a:solidFill>
                  <a:srgbClr val="898989"/>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200"/>
              <a:buFont typeface="Arial"/>
              <a:buNone/>
              <a:defRPr b="0" i="0" sz="1440" u="none" cap="none" strike="noStrike">
                <a:solidFill>
                  <a:srgbClr val="898989"/>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200"/>
              <a:buFont typeface="Arial"/>
              <a:buNone/>
              <a:defRPr b="0" i="0" sz="1440" u="none" cap="none" strike="noStrike">
                <a:solidFill>
                  <a:srgbClr val="898989"/>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200"/>
              <a:buFont typeface="Arial"/>
              <a:buNone/>
              <a:defRPr b="0" i="0" sz="1440" u="none" cap="none" strike="noStrike">
                <a:solidFill>
                  <a:srgbClr val="898989"/>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200"/>
              <a:buFont typeface="Arial"/>
              <a:buNone/>
              <a:defRPr b="0" i="0" sz="1440" u="none" cap="none" strike="noStrike">
                <a:solidFill>
                  <a:srgbClr val="898989"/>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200"/>
              <a:buFont typeface="Arial"/>
              <a:buNone/>
              <a:defRPr b="0" i="0" sz="1440" u="none" cap="none" strike="noStrike">
                <a:solidFill>
                  <a:srgbClr val="898989"/>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200"/>
              <a:buFont typeface="Arial"/>
              <a:buNone/>
              <a:defRPr b="0" i="0" sz="1440" u="none" cap="none" strike="noStrike">
                <a:solidFill>
                  <a:srgbClr val="898989"/>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200"/>
              <a:buFont typeface="Arial"/>
              <a:buNone/>
              <a:defRPr b="0" i="0" sz="1440" u="none" cap="none" strike="noStrike">
                <a:solidFill>
                  <a:srgbClr val="898989"/>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200"/>
              <a:buFont typeface="Arial"/>
              <a:buNone/>
              <a:defRPr b="0" i="0" sz="1440" u="none" cap="none" strike="noStrike">
                <a:solidFill>
                  <a:srgbClr val="898989"/>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solidFill>
                <a:schemeClr val="dk1"/>
              </a:solidFill>
              <a:latin typeface="Times New Roman"/>
              <a:ea typeface="Times New Roman"/>
              <a:cs typeface="Times New Roman"/>
              <a:sym typeface="Times New Roman"/>
            </a:endParaRPr>
          </a:p>
        </p:txBody>
      </p:sp>
    </p:spTree>
  </p:cSld>
  <p:clrMap accent1="accent1" accent2="accent2" accent3="accent3" accent4="accent4" accent5="accent5" accent6="accent6" bg1="lt1" bg2="dk2" tx1="dk1" tx2="lt2" folHlink="folHlink" hlink="hlink"/>
  <p:sldLayoutIdLst>
    <p:sldLayoutId id="2147483648" r:id="rId3"/>
    <p:sldLayoutId id="2147483649" r:id="rId4"/>
    <p:sldLayoutId id="2147483650" r:id="rId5"/>
    <p:sldLayoutId id="2147483651" r:id="rId6"/>
    <p:sldLayoutId id="2147483652" r:id="rId7"/>
    <p:sldLayoutId id="2147483653" r:id="rId8"/>
    <p:sldLayoutId id="2147483654" r:id="rId9"/>
    <p:sldLayoutId id="2147483655" r:id="rId10"/>
    <p:sldLayoutId id="2147483656" r:id="rId11"/>
    <p:sldLayoutId id="2147483657" r:id="rId12"/>
    <p:sldLayoutId id="2147483658" r:id="rId13"/>
    <p:sldLayoutId id="2147483659" r:id="rId14"/>
    <p:sldLayoutId id="2147483660" r:id="rId15"/>
    <p:sldLayoutId id="2147483661" r:id="rId16"/>
    <p:sldLayoutId id="2147483662" r:id="rId17"/>
    <p:sldLayoutId id="2147483663" r:id="rId18"/>
    <p:sldLayoutId id="2147483664" r:id="rId19"/>
    <p:sldLayoutId id="2147483665" r:id="rId20"/>
    <p:sldLayoutId id="2147483666" r:id="rId21"/>
    <p:sldLayoutId id="2147483667" r:id="rId22"/>
    <p:sldLayoutId id="2147483668" r:id="rId2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17.png"/><Relationship Id="rId4" Type="http://schemas.openxmlformats.org/officeDocument/2006/relationships/image" Target="../media/image22.png"/><Relationship Id="rId5" Type="http://schemas.openxmlformats.org/officeDocument/2006/relationships/image" Target="../media/image2.png"/><Relationship Id="rId6" Type="http://schemas.openxmlformats.org/officeDocument/2006/relationships/image" Target="../media/image7.png"/><Relationship Id="rId7" Type="http://schemas.openxmlformats.org/officeDocument/2006/relationships/image" Target="../media/image21.png"/><Relationship Id="rId8" Type="http://schemas.openxmlformats.org/officeDocument/2006/relationships/image" Target="../media/image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25.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0" Type="http://schemas.openxmlformats.org/officeDocument/2006/relationships/image" Target="../media/image9.png"/><Relationship Id="rId1" Type="http://schemas.openxmlformats.org/officeDocument/2006/relationships/slideLayout" Target="../slideLayouts/slideLayout5.xml"/><Relationship Id="rId2" Type="http://schemas.openxmlformats.org/officeDocument/2006/relationships/notesSlide" Target="../notesSlides/notesSlide6.xml"/><Relationship Id="rId3" Type="http://schemas.openxmlformats.org/officeDocument/2006/relationships/image" Target="../media/image11.png"/><Relationship Id="rId4" Type="http://schemas.openxmlformats.org/officeDocument/2006/relationships/image" Target="../media/image5.png"/><Relationship Id="rId9" Type="http://schemas.openxmlformats.org/officeDocument/2006/relationships/image" Target="../media/image18.png"/><Relationship Id="rId5" Type="http://schemas.openxmlformats.org/officeDocument/2006/relationships/image" Target="../media/image6.png"/><Relationship Id="rId6" Type="http://schemas.openxmlformats.org/officeDocument/2006/relationships/image" Target="../media/image13.png"/><Relationship Id="rId7" Type="http://schemas.openxmlformats.org/officeDocument/2006/relationships/image" Target="../media/image3.png"/><Relationship Id="rId8" Type="http://schemas.openxmlformats.org/officeDocument/2006/relationships/image" Target="../media/image8.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xml"/><Relationship Id="rId3" Type="http://schemas.openxmlformats.org/officeDocument/2006/relationships/image" Target="../media/image12.png"/><Relationship Id="rId4" Type="http://schemas.openxmlformats.org/officeDocument/2006/relationships/image" Target="../media/image15.png"/><Relationship Id="rId5" Type="http://schemas.openxmlformats.org/officeDocument/2006/relationships/image" Target="../media/image10.png"/><Relationship Id="rId6" Type="http://schemas.openxmlformats.org/officeDocument/2006/relationships/image" Target="../media/image1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9.xml"/><Relationship Id="rId3" Type="http://schemas.openxmlformats.org/officeDocument/2006/relationships/image" Target="../media/image19.png"/><Relationship Id="rId4" Type="http://schemas.openxmlformats.org/officeDocument/2006/relationships/image" Target="../media/image16.png"/><Relationship Id="rId5" Type="http://schemas.openxmlformats.org/officeDocument/2006/relationships/image" Target="../media/image24.png"/><Relationship Id="rId6" Type="http://schemas.openxmlformats.org/officeDocument/2006/relationships/image" Target="../media/image23.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90" name="Shape 90"/>
        <p:cNvGrpSpPr/>
        <p:nvPr/>
      </p:nvGrpSpPr>
      <p:grpSpPr>
        <a:xfrm>
          <a:off x="0" y="0"/>
          <a:ext cx="0" cy="0"/>
          <a:chOff x="0" y="0"/>
          <a:chExt cx="0" cy="0"/>
        </a:xfrm>
      </p:grpSpPr>
      <p:sp>
        <p:nvSpPr>
          <p:cNvPr id="91" name="Google Shape;91;p23"/>
          <p:cNvSpPr txBox="1"/>
          <p:nvPr/>
        </p:nvSpPr>
        <p:spPr>
          <a:xfrm>
            <a:off x="1282065" y="1355636"/>
            <a:ext cx="11681460" cy="6210935"/>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None/>
            </a:pPr>
            <a:r>
              <a:rPr b="1" i="0" lang="en-US" sz="3600" u="none" cap="none" strike="noStrike">
                <a:solidFill>
                  <a:srgbClr val="000000"/>
                </a:solidFill>
                <a:latin typeface="Times New Roman"/>
                <a:ea typeface="Times New Roman"/>
                <a:cs typeface="Times New Roman"/>
                <a:sym typeface="Times New Roman"/>
              </a:rPr>
              <a:t>Project Presentation of Industry Oriented Hands on Experience (</a:t>
            </a:r>
            <a:r>
              <a:rPr b="1" lang="en-US" sz="3600">
                <a:latin typeface="Times New Roman"/>
                <a:ea typeface="Times New Roman"/>
                <a:cs typeface="Times New Roman"/>
                <a:sym typeface="Times New Roman"/>
              </a:rPr>
              <a:t>22CS422</a:t>
            </a:r>
            <a:r>
              <a:rPr b="1" i="0" lang="en-US" sz="3600" u="none" cap="none" strike="noStrike">
                <a:solidFill>
                  <a:srgbClr val="000000"/>
                </a:solidFill>
                <a:latin typeface="Times New Roman"/>
                <a:ea typeface="Times New Roman"/>
                <a:cs typeface="Times New Roman"/>
                <a:sym typeface="Times New Roman"/>
              </a:rPr>
              <a:t>)</a:t>
            </a:r>
            <a:br>
              <a:rPr b="0" i="0" lang="en-US" sz="1400" u="none" cap="none" strike="noStrike">
                <a:solidFill>
                  <a:schemeClr val="lt1"/>
                </a:solidFill>
                <a:latin typeface="Arial"/>
                <a:ea typeface="Arial"/>
                <a:cs typeface="Arial"/>
                <a:sym typeface="Arial"/>
              </a:rPr>
            </a:br>
            <a:r>
              <a:rPr b="0" i="0" lang="en-US" sz="3000" u="none" cap="none" strike="noStrike">
                <a:solidFill>
                  <a:srgbClr val="000000"/>
                </a:solidFill>
                <a:latin typeface="Times New Roman"/>
                <a:ea typeface="Times New Roman"/>
                <a:cs typeface="Times New Roman"/>
                <a:sym typeface="Times New Roman"/>
              </a:rPr>
              <a:t>On</a:t>
            </a:r>
            <a:endParaRPr b="0" i="0" sz="1400" u="none" cap="none" strike="noStrike">
              <a:solidFill>
                <a:schemeClr val="lt1"/>
              </a:solidFill>
              <a:latin typeface="Arial"/>
              <a:ea typeface="Arial"/>
              <a:cs typeface="Arial"/>
              <a:sym typeface="Arial"/>
            </a:endParaRPr>
          </a:p>
          <a:p>
            <a:pPr indent="0" lvl="0" marL="0" marR="0" rtl="0" algn="ctr">
              <a:lnSpc>
                <a:spcPct val="100000"/>
              </a:lnSpc>
              <a:spcBef>
                <a:spcPts val="400"/>
              </a:spcBef>
              <a:spcAft>
                <a:spcPts val="0"/>
              </a:spcAft>
              <a:buClr>
                <a:srgbClr val="000000"/>
              </a:buClr>
              <a:buSzPts val="4400"/>
              <a:buFont typeface="Arial"/>
              <a:buNone/>
            </a:pPr>
            <a:r>
              <a:rPr b="1" i="0" lang="en-US" sz="4400" u="none" cap="none" strike="noStrike">
                <a:solidFill>
                  <a:srgbClr val="000000"/>
                </a:solidFill>
                <a:latin typeface="Times New Roman"/>
                <a:ea typeface="Times New Roman"/>
                <a:cs typeface="Times New Roman"/>
                <a:sym typeface="Times New Roman"/>
              </a:rPr>
              <a:t>NoteChat</a:t>
            </a:r>
            <a:endParaRPr b="1" i="0" sz="4400" u="none" cap="none" strike="noStrike">
              <a:solidFill>
                <a:srgbClr val="000000"/>
              </a:solidFill>
              <a:latin typeface="Times New Roman"/>
              <a:ea typeface="Times New Roman"/>
              <a:cs typeface="Times New Roman"/>
              <a:sym typeface="Times New Roman"/>
            </a:endParaRPr>
          </a:p>
          <a:p>
            <a:pPr indent="0" lvl="0" marL="0" marR="0" rtl="0" algn="ctr">
              <a:lnSpc>
                <a:spcPct val="100000"/>
              </a:lnSpc>
              <a:spcBef>
                <a:spcPts val="400"/>
              </a:spcBef>
              <a:spcAft>
                <a:spcPts val="0"/>
              </a:spcAft>
              <a:buClr>
                <a:srgbClr val="000000"/>
              </a:buClr>
              <a:buSzPts val="2000"/>
              <a:buFont typeface="Arial"/>
              <a:buNone/>
            </a:pPr>
            <a:r>
              <a:t/>
            </a:r>
            <a:endParaRPr b="1" i="0" sz="2000" u="none" cap="none" strike="noStrike">
              <a:solidFill>
                <a:schemeClr val="lt1"/>
              </a:solidFill>
              <a:latin typeface="Arial"/>
              <a:ea typeface="Arial"/>
              <a:cs typeface="Arial"/>
              <a:sym typeface="Arial"/>
            </a:endParaRPr>
          </a:p>
          <a:p>
            <a:pPr indent="0" lvl="0" marL="0" marR="0" rtl="0" algn="ctr">
              <a:lnSpc>
                <a:spcPct val="100000"/>
              </a:lnSpc>
              <a:spcBef>
                <a:spcPts val="400"/>
              </a:spcBef>
              <a:spcAft>
                <a:spcPts val="0"/>
              </a:spcAft>
              <a:buClr>
                <a:srgbClr val="000000"/>
              </a:buClr>
              <a:buSzPts val="2000"/>
              <a:buFont typeface="Arial"/>
              <a:buNone/>
            </a:pPr>
            <a:r>
              <a:rPr b="0" i="0" lang="en-US" sz="2200" u="none" cap="none" strike="noStrike">
                <a:solidFill>
                  <a:srgbClr val="000000"/>
                </a:solidFill>
                <a:latin typeface="Times New Roman"/>
                <a:ea typeface="Times New Roman"/>
                <a:cs typeface="Times New Roman"/>
                <a:sym typeface="Times New Roman"/>
              </a:rPr>
              <a:t>Yogesh Choudhary  </a:t>
            </a:r>
            <a:r>
              <a:rPr b="1" i="0" lang="en-US" sz="2200" u="none" cap="none" strike="noStrike">
                <a:solidFill>
                  <a:srgbClr val="000000"/>
                </a:solidFill>
                <a:latin typeface="Times New Roman"/>
                <a:ea typeface="Times New Roman"/>
                <a:cs typeface="Times New Roman"/>
                <a:sym typeface="Times New Roman"/>
              </a:rPr>
              <a:t>- </a:t>
            </a:r>
            <a:r>
              <a:rPr b="0" i="0" lang="en-US" sz="2200" u="none" cap="none" strike="noStrike">
                <a:solidFill>
                  <a:srgbClr val="000000"/>
                </a:solidFill>
                <a:latin typeface="Times New Roman"/>
                <a:ea typeface="Times New Roman"/>
                <a:cs typeface="Times New Roman"/>
                <a:sym typeface="Times New Roman"/>
              </a:rPr>
              <a:t>2210990986</a:t>
            </a:r>
            <a:endParaRPr b="1" i="0" sz="2200" u="none" cap="none" strike="noStrike">
              <a:solidFill>
                <a:srgbClr val="000000"/>
              </a:solidFill>
              <a:latin typeface="Times New Roman"/>
              <a:ea typeface="Times New Roman"/>
              <a:cs typeface="Times New Roman"/>
              <a:sym typeface="Times New Roman"/>
            </a:endParaRPr>
          </a:p>
          <a:p>
            <a:pPr indent="0" lvl="0" marL="0" marR="0" rtl="0" algn="ctr">
              <a:lnSpc>
                <a:spcPct val="100000"/>
              </a:lnSpc>
              <a:spcBef>
                <a:spcPts val="400"/>
              </a:spcBef>
              <a:spcAft>
                <a:spcPts val="0"/>
              </a:spcAft>
              <a:buClr>
                <a:srgbClr val="000000"/>
              </a:buClr>
              <a:buSzPts val="2000"/>
              <a:buFont typeface="Arial"/>
              <a:buNone/>
            </a:pPr>
            <a:r>
              <a:rPr b="0" i="0" lang="en-US" sz="2200" u="none" cap="none" strike="noStrike">
                <a:solidFill>
                  <a:srgbClr val="000000"/>
                </a:solidFill>
                <a:latin typeface="Times New Roman"/>
                <a:ea typeface="Times New Roman"/>
                <a:cs typeface="Times New Roman"/>
                <a:sym typeface="Times New Roman"/>
              </a:rPr>
              <a:t>Aastik Mehta - 2210991131</a:t>
            </a:r>
            <a:endParaRPr b="1" i="0" sz="2200" u="none" cap="none" strike="noStrike">
              <a:solidFill>
                <a:srgbClr val="000000"/>
              </a:solidFill>
              <a:latin typeface="Times New Roman"/>
              <a:ea typeface="Times New Roman"/>
              <a:cs typeface="Times New Roman"/>
              <a:sym typeface="Times New Roman"/>
            </a:endParaRPr>
          </a:p>
          <a:p>
            <a:pPr indent="0" lvl="0" marL="0" marR="0" rtl="0" algn="ctr">
              <a:lnSpc>
                <a:spcPct val="100000"/>
              </a:lnSpc>
              <a:spcBef>
                <a:spcPts val="400"/>
              </a:spcBef>
              <a:spcAft>
                <a:spcPts val="0"/>
              </a:spcAft>
              <a:buClr>
                <a:srgbClr val="000000"/>
              </a:buClr>
              <a:buSzPts val="2000"/>
              <a:buFont typeface="Arial"/>
              <a:buNone/>
            </a:pPr>
            <a:r>
              <a:rPr b="0" i="0" lang="en-US" sz="2200" u="none" cap="none" strike="noStrike">
                <a:solidFill>
                  <a:srgbClr val="000000"/>
                </a:solidFill>
                <a:latin typeface="Times New Roman"/>
                <a:ea typeface="Times New Roman"/>
                <a:cs typeface="Times New Roman"/>
                <a:sym typeface="Times New Roman"/>
              </a:rPr>
              <a:t>Arshia Sharma - 2210991368</a:t>
            </a:r>
            <a:endParaRPr b="1" i="0" sz="2200" u="none" cap="none" strike="noStrike">
              <a:solidFill>
                <a:srgbClr val="000000"/>
              </a:solidFill>
              <a:latin typeface="Times New Roman"/>
              <a:ea typeface="Times New Roman"/>
              <a:cs typeface="Times New Roman"/>
              <a:sym typeface="Times New Roman"/>
            </a:endParaRPr>
          </a:p>
          <a:p>
            <a:pPr indent="0" lvl="0" marL="0" marR="0" rtl="0" algn="ctr">
              <a:lnSpc>
                <a:spcPct val="100000"/>
              </a:lnSpc>
              <a:spcBef>
                <a:spcPts val="400"/>
              </a:spcBef>
              <a:spcAft>
                <a:spcPts val="0"/>
              </a:spcAft>
              <a:buClr>
                <a:srgbClr val="000000"/>
              </a:buClr>
              <a:buSzPts val="2000"/>
              <a:buFont typeface="Arial"/>
              <a:buNone/>
            </a:pPr>
            <a:r>
              <a:t/>
            </a:r>
            <a:endParaRPr b="1" i="0" sz="2000" u="none" cap="none" strike="noStrike">
              <a:solidFill>
                <a:srgbClr val="000000"/>
              </a:solidFill>
              <a:latin typeface="Times New Roman"/>
              <a:ea typeface="Times New Roman"/>
              <a:cs typeface="Times New Roman"/>
              <a:sym typeface="Times New Roman"/>
            </a:endParaRPr>
          </a:p>
          <a:p>
            <a:pPr indent="0" lvl="0" marL="0" marR="0" rtl="0" algn="ctr">
              <a:lnSpc>
                <a:spcPct val="100000"/>
              </a:lnSpc>
              <a:spcBef>
                <a:spcPts val="400"/>
              </a:spcBef>
              <a:spcAft>
                <a:spcPts val="0"/>
              </a:spcAft>
              <a:buClr>
                <a:srgbClr val="000000"/>
              </a:buClr>
              <a:buSzPts val="1400"/>
              <a:buFont typeface="Arial"/>
              <a:buNone/>
            </a:pPr>
            <a:br>
              <a:rPr b="0" i="0" lang="en-US" sz="1400" u="none" cap="none" strike="noStrike">
                <a:solidFill>
                  <a:schemeClr val="lt1"/>
                </a:solidFill>
                <a:latin typeface="Arial"/>
                <a:ea typeface="Arial"/>
                <a:cs typeface="Arial"/>
                <a:sym typeface="Arial"/>
              </a:rPr>
            </a:br>
            <a:r>
              <a:rPr b="0" i="0" lang="en-US" sz="2700" u="none" cap="none" strike="noStrike">
                <a:solidFill>
                  <a:srgbClr val="000000"/>
                </a:solidFill>
                <a:latin typeface="Arial"/>
                <a:ea typeface="Arial"/>
                <a:cs typeface="Arial"/>
                <a:sym typeface="Arial"/>
              </a:rPr>
              <a:t>Supervised By</a:t>
            </a:r>
            <a:endParaRPr b="0" i="0" sz="2700" u="none" cap="none" strike="noStrike">
              <a:solidFill>
                <a:schemeClr val="lt1"/>
              </a:solidFill>
              <a:latin typeface="Arial"/>
              <a:ea typeface="Arial"/>
              <a:cs typeface="Arial"/>
              <a:sym typeface="Arial"/>
            </a:endParaRPr>
          </a:p>
          <a:p>
            <a:pPr indent="0" lvl="0" marL="0" marR="0" rtl="0" algn="ctr">
              <a:lnSpc>
                <a:spcPct val="100000"/>
              </a:lnSpc>
              <a:spcBef>
                <a:spcPts val="400"/>
              </a:spcBef>
              <a:spcAft>
                <a:spcPts val="0"/>
              </a:spcAft>
              <a:buClr>
                <a:srgbClr val="000000"/>
              </a:buClr>
              <a:buSzPts val="2700"/>
              <a:buFont typeface="Arial"/>
              <a:buNone/>
            </a:pPr>
            <a:r>
              <a:rPr b="0" i="0" lang="en-US" sz="2700" u="none" cap="none" strike="noStrike">
                <a:solidFill>
                  <a:srgbClr val="000000"/>
                </a:solidFill>
                <a:latin typeface="Arial"/>
                <a:ea typeface="Arial"/>
                <a:cs typeface="Arial"/>
                <a:sym typeface="Arial"/>
              </a:rPr>
              <a:t>Dr. Lalit Sharma</a:t>
            </a:r>
            <a:endParaRPr b="0" i="0" sz="2700" u="none" cap="none" strike="noStrike">
              <a:solidFill>
                <a:srgbClr val="000000"/>
              </a:solidFill>
              <a:latin typeface="Arial"/>
              <a:ea typeface="Arial"/>
              <a:cs typeface="Arial"/>
              <a:sym typeface="Arial"/>
            </a:endParaRPr>
          </a:p>
          <a:p>
            <a:pPr indent="0" lvl="0" marL="0" marR="0" rtl="0" algn="ctr">
              <a:lnSpc>
                <a:spcPct val="100000"/>
              </a:lnSpc>
              <a:spcBef>
                <a:spcPts val="400"/>
              </a:spcBef>
              <a:spcAft>
                <a:spcPts val="0"/>
              </a:spcAft>
              <a:buClr>
                <a:srgbClr val="000000"/>
              </a:buClr>
              <a:buSzPts val="2700"/>
              <a:buFont typeface="Arial"/>
              <a:buNone/>
            </a:pPr>
            <a:r>
              <a:t/>
            </a:r>
            <a:endParaRPr b="0" i="0" sz="2700" u="none" cap="none" strike="noStrike">
              <a:solidFill>
                <a:schemeClr val="lt1"/>
              </a:solidFill>
              <a:latin typeface="Arial"/>
              <a:ea typeface="Arial"/>
              <a:cs typeface="Arial"/>
              <a:sym typeface="Arial"/>
            </a:endParaRPr>
          </a:p>
          <a:p>
            <a:pPr indent="0" lvl="0" marL="0" marR="0" rtl="0" algn="ctr">
              <a:lnSpc>
                <a:spcPct val="100000"/>
              </a:lnSpc>
              <a:spcBef>
                <a:spcPts val="400"/>
              </a:spcBef>
              <a:spcAft>
                <a:spcPts val="0"/>
              </a:spcAft>
              <a:buClr>
                <a:srgbClr val="000000"/>
              </a:buClr>
              <a:buSzPts val="2700"/>
              <a:buFont typeface="Arial"/>
              <a:buNone/>
            </a:pPr>
            <a:r>
              <a:rPr b="1" i="0" lang="en-US" sz="2700" u="none" cap="none" strike="noStrike">
                <a:solidFill>
                  <a:srgbClr val="000000"/>
                </a:solidFill>
                <a:latin typeface="Arial"/>
                <a:ea typeface="Arial"/>
                <a:cs typeface="Arial"/>
                <a:sym typeface="Arial"/>
              </a:rPr>
              <a:t>Department of Computer Science and Engineering, </a:t>
            </a:r>
            <a:endParaRPr b="0" i="0" sz="2700" u="none" cap="none" strike="noStrike">
              <a:solidFill>
                <a:schemeClr val="lt1"/>
              </a:solidFill>
              <a:latin typeface="Arial"/>
              <a:ea typeface="Arial"/>
              <a:cs typeface="Arial"/>
              <a:sym typeface="Arial"/>
            </a:endParaRPr>
          </a:p>
          <a:p>
            <a:pPr indent="0" lvl="0" marL="0" marR="0" rtl="0" algn="ctr">
              <a:lnSpc>
                <a:spcPct val="100000"/>
              </a:lnSpc>
              <a:spcBef>
                <a:spcPts val="400"/>
              </a:spcBef>
              <a:spcAft>
                <a:spcPts val="0"/>
              </a:spcAft>
              <a:buClr>
                <a:srgbClr val="000000"/>
              </a:buClr>
              <a:buSzPts val="2700"/>
              <a:buFont typeface="Arial"/>
              <a:buNone/>
            </a:pPr>
            <a:r>
              <a:rPr b="1" i="0" lang="en-US" sz="2700" u="none" cap="none" strike="noStrike">
                <a:solidFill>
                  <a:srgbClr val="000000"/>
                </a:solidFill>
                <a:latin typeface="Arial"/>
                <a:ea typeface="Arial"/>
                <a:cs typeface="Arial"/>
                <a:sym typeface="Arial"/>
              </a:rPr>
              <a:t>Chitkara University, </a:t>
            </a:r>
            <a:r>
              <a:rPr b="1" lang="en-US" sz="2700"/>
              <a:t>Punjab</a:t>
            </a:r>
            <a:endParaRPr b="0" i="0" sz="2700" u="none" cap="none" strike="noStrike">
              <a:solidFill>
                <a:schemeClr val="lt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br>
              <a:rPr b="0" i="0" lang="en-US" sz="1400" u="none" cap="none" strike="noStrike">
                <a:solidFill>
                  <a:schemeClr val="lt1"/>
                </a:solidFill>
                <a:latin typeface="Arial"/>
                <a:ea typeface="Arial"/>
                <a:cs typeface="Arial"/>
                <a:sym typeface="Arial"/>
              </a:rPr>
            </a:br>
            <a:endParaRPr b="0" i="0" sz="1400" u="none" cap="none" strike="noStrike">
              <a:solidFill>
                <a:schemeClr val="lt1"/>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96" name="Shape 96"/>
        <p:cNvGrpSpPr/>
        <p:nvPr/>
      </p:nvGrpSpPr>
      <p:grpSpPr>
        <a:xfrm>
          <a:off x="0" y="0"/>
          <a:ext cx="0" cy="0"/>
          <a:chOff x="0" y="0"/>
          <a:chExt cx="0" cy="0"/>
        </a:xfrm>
      </p:grpSpPr>
      <p:sp>
        <p:nvSpPr>
          <p:cNvPr id="97" name="Google Shape;97;p24"/>
          <p:cNvSpPr/>
          <p:nvPr/>
        </p:nvSpPr>
        <p:spPr>
          <a:xfrm>
            <a:off x="470535" y="122555"/>
            <a:ext cx="9148445" cy="857250"/>
          </a:xfrm>
          <a:prstGeom prst="rect">
            <a:avLst/>
          </a:prstGeom>
          <a:noFill/>
          <a:ln>
            <a:noFill/>
          </a:ln>
        </p:spPr>
        <p:txBody>
          <a:bodyPr anchorCtr="0" anchor="t" bIns="0" lIns="0" spcFirstLastPara="1" rIns="0" wrap="square" tIns="0">
            <a:noAutofit/>
          </a:bodyPr>
          <a:lstStyle/>
          <a:p>
            <a:pPr indent="0" lvl="0" marL="0" marR="0" rtl="0" algn="l">
              <a:lnSpc>
                <a:spcPct val="124719"/>
              </a:lnSpc>
              <a:spcBef>
                <a:spcPts val="0"/>
              </a:spcBef>
              <a:spcAft>
                <a:spcPts val="0"/>
              </a:spcAft>
              <a:buClr>
                <a:srgbClr val="000000"/>
              </a:buClr>
              <a:buSzPts val="4450"/>
              <a:buFont typeface="Arial"/>
              <a:buNone/>
            </a:pPr>
            <a:r>
              <a:rPr b="1" i="0" lang="en-US" sz="4450" u="none" cap="none" strike="noStrike">
                <a:solidFill>
                  <a:srgbClr val="000000"/>
                </a:solidFill>
                <a:latin typeface="Times New Roman"/>
                <a:ea typeface="Times New Roman"/>
                <a:cs typeface="Times New Roman"/>
                <a:sym typeface="Times New Roman"/>
              </a:rPr>
              <a:t>MERN NoteChat Overview</a:t>
            </a:r>
            <a:endParaRPr b="0" i="0" sz="4450" u="none" cap="none" strike="noStrike">
              <a:solidFill>
                <a:srgbClr val="000000"/>
              </a:solidFill>
              <a:latin typeface="Times New Roman"/>
              <a:ea typeface="Times New Roman"/>
              <a:cs typeface="Times New Roman"/>
              <a:sym typeface="Times New Roman"/>
            </a:endParaRPr>
          </a:p>
        </p:txBody>
      </p:sp>
      <p:sp>
        <p:nvSpPr>
          <p:cNvPr id="98" name="Google Shape;98;p24"/>
          <p:cNvSpPr/>
          <p:nvPr/>
        </p:nvSpPr>
        <p:spPr>
          <a:xfrm>
            <a:off x="550545" y="1390015"/>
            <a:ext cx="13303678" cy="2177415"/>
          </a:xfrm>
          <a:prstGeom prst="rect">
            <a:avLst/>
          </a:prstGeom>
          <a:noFill/>
          <a:ln>
            <a:noFill/>
          </a:ln>
        </p:spPr>
        <p:txBody>
          <a:bodyPr anchorCtr="0" anchor="t" bIns="0" lIns="0" spcFirstLastPara="1" rIns="0" wrap="square" tIns="0">
            <a:noAutofit/>
          </a:bodyPr>
          <a:lstStyle/>
          <a:p>
            <a:pPr indent="0" lvl="0" marL="0" marR="0" rtl="0" algn="just">
              <a:lnSpc>
                <a:spcPct val="142500"/>
              </a:lnSpc>
              <a:spcBef>
                <a:spcPts val="0"/>
              </a:spcBef>
              <a:spcAft>
                <a:spcPts val="0"/>
              </a:spcAft>
              <a:buClr>
                <a:srgbClr val="000000"/>
              </a:buClr>
              <a:buSzPts val="2000"/>
              <a:buFont typeface="Arial"/>
              <a:buNone/>
            </a:pPr>
            <a:r>
              <a:rPr b="0" i="0" lang="en-US" sz="2000" u="none" cap="none" strike="noStrike">
                <a:solidFill>
                  <a:srgbClr val="000000"/>
                </a:solidFill>
                <a:latin typeface="Times New Roman"/>
                <a:ea typeface="Times New Roman"/>
                <a:cs typeface="Times New Roman"/>
                <a:sym typeface="Times New Roman"/>
              </a:rPr>
              <a:t>Welcome to this comprehensive overview of NoteChat — a full-stack MERN application that enables students and academics to share study notes, collaborate through live real-time chat, and build an academic social network. This guide walks through the architecture, features, and implementation of the platform.</a:t>
            </a:r>
            <a:endParaRPr/>
          </a:p>
          <a:p>
            <a:pPr indent="0" lvl="0" marL="0" marR="0" rtl="0" algn="just">
              <a:lnSpc>
                <a:spcPct val="142500"/>
              </a:lnSpc>
              <a:spcBef>
                <a:spcPts val="0"/>
              </a:spcBef>
              <a:spcAft>
                <a:spcPts val="0"/>
              </a:spcAft>
              <a:buClr>
                <a:srgbClr val="000000"/>
              </a:buClr>
              <a:buSzPts val="2000"/>
              <a:buFont typeface="Arial"/>
              <a:buNone/>
            </a:pPr>
            <a:r>
              <a:t/>
            </a:r>
            <a:endParaRPr b="0" i="0" sz="2000" u="none" cap="none" strike="noStrike">
              <a:solidFill>
                <a:srgbClr val="000000"/>
              </a:solidFill>
              <a:latin typeface="Times New Roman"/>
              <a:ea typeface="Times New Roman"/>
              <a:cs typeface="Times New Roman"/>
              <a:sym typeface="Times New Roman"/>
            </a:endParaRPr>
          </a:p>
          <a:p>
            <a:pPr indent="0" lvl="0" marL="0" marR="0" rtl="0" algn="just">
              <a:lnSpc>
                <a:spcPct val="142500"/>
              </a:lnSpc>
              <a:spcBef>
                <a:spcPts val="0"/>
              </a:spcBef>
              <a:spcAft>
                <a:spcPts val="0"/>
              </a:spcAft>
              <a:buClr>
                <a:srgbClr val="000000"/>
              </a:buClr>
              <a:buSzPts val="2000"/>
              <a:buFont typeface="Arial"/>
              <a:buNone/>
            </a:pPr>
            <a:r>
              <a:rPr b="0" i="0" lang="en-US" sz="2000" u="none" cap="none" strike="noStrike">
                <a:solidFill>
                  <a:srgbClr val="000000"/>
                </a:solidFill>
                <a:latin typeface="Times New Roman"/>
                <a:ea typeface="Times New Roman"/>
                <a:cs typeface="Times New Roman"/>
                <a:sym typeface="Times New Roman"/>
              </a:rPr>
              <a:t>NoteChat is built with a three-server MERN architecture: a React frontend, a Node.js/Express REST API backend, and a dedicated Socket.io server for real-time messaging. Key features include secure authentication with bcrypt, note upload and sharing with Multer, a social follow system, live private chat, and comment/reaction functionality on shared notes.</a:t>
            </a:r>
            <a:endParaRPr/>
          </a:p>
        </p:txBody>
      </p:sp>
      <p:sp>
        <p:nvSpPr>
          <p:cNvPr id="99" name="Google Shape;99;p24"/>
          <p:cNvSpPr/>
          <p:nvPr/>
        </p:nvSpPr>
        <p:spPr>
          <a:xfrm>
            <a:off x="550545" y="5098799"/>
            <a:ext cx="13303678" cy="725805"/>
          </a:xfrm>
          <a:prstGeom prst="rect">
            <a:avLst/>
          </a:prstGeom>
          <a:noFill/>
          <a:ln>
            <a:noFill/>
          </a:ln>
        </p:spPr>
        <p:txBody>
          <a:bodyPr anchorCtr="0" anchor="t" bIns="0" lIns="0" spcFirstLastPara="1" rIns="0" wrap="square" tIns="0">
            <a:noAutofit/>
          </a:bodyPr>
          <a:lstStyle/>
          <a:p>
            <a:pPr indent="0" lvl="0" marL="0" marR="0" rtl="0" algn="just">
              <a:lnSpc>
                <a:spcPct val="142500"/>
              </a:lnSpc>
              <a:spcBef>
                <a:spcPts val="0"/>
              </a:spcBef>
              <a:spcAft>
                <a:spcPts val="0"/>
              </a:spcAft>
              <a:buClr>
                <a:srgbClr val="000000"/>
              </a:buClr>
              <a:buSzPts val="2000"/>
              <a:buFont typeface="Arial"/>
              <a:buNone/>
            </a:pPr>
            <a:r>
              <a:rPr b="0" i="0" lang="en-US" sz="2000" u="none" cap="none" strike="noStrike">
                <a:solidFill>
                  <a:srgbClr val="000000"/>
                </a:solidFill>
                <a:latin typeface="Times New Roman"/>
                <a:ea typeface="Times New Roman"/>
                <a:cs typeface="Times New Roman"/>
                <a:sym typeface="Times New Roman"/>
              </a:rPr>
              <a:t>Together, these components form a unified platform that eliminates the need for students to switch between separate tools for file sharing and communication.</a:t>
            </a:r>
            <a:endParaRPr b="0" i="0" sz="2000" u="none" cap="none" strike="noStrike">
              <a:solidFill>
                <a:srgbClr val="000000"/>
              </a:solidFill>
              <a:latin typeface="Times New Roman"/>
              <a:ea typeface="Times New Roman"/>
              <a:cs typeface="Times New Roman"/>
              <a:sym typeface="Times New Roman"/>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04" name="Shape 104"/>
        <p:cNvGrpSpPr/>
        <p:nvPr/>
      </p:nvGrpSpPr>
      <p:grpSpPr>
        <a:xfrm>
          <a:off x="0" y="0"/>
          <a:ext cx="0" cy="0"/>
          <a:chOff x="0" y="0"/>
          <a:chExt cx="0" cy="0"/>
        </a:xfrm>
      </p:grpSpPr>
      <p:sp>
        <p:nvSpPr>
          <p:cNvPr id="105" name="Google Shape;105;p25"/>
          <p:cNvSpPr/>
          <p:nvPr/>
        </p:nvSpPr>
        <p:spPr>
          <a:xfrm>
            <a:off x="496626" y="102095"/>
            <a:ext cx="8503563" cy="708779"/>
          </a:xfrm>
          <a:prstGeom prst="rect">
            <a:avLst/>
          </a:prstGeom>
          <a:noFill/>
          <a:ln>
            <a:noFill/>
          </a:ln>
        </p:spPr>
        <p:txBody>
          <a:bodyPr anchorCtr="0" anchor="t" bIns="0" lIns="0" spcFirstLastPara="1" rIns="0" wrap="square" tIns="0">
            <a:noAutofit/>
          </a:bodyPr>
          <a:lstStyle/>
          <a:p>
            <a:pPr indent="0" lvl="0" marL="0" marR="0" rtl="0" algn="l">
              <a:lnSpc>
                <a:spcPct val="124719"/>
              </a:lnSpc>
              <a:spcBef>
                <a:spcPts val="0"/>
              </a:spcBef>
              <a:spcAft>
                <a:spcPts val="0"/>
              </a:spcAft>
              <a:buClr>
                <a:srgbClr val="000000"/>
              </a:buClr>
              <a:buSzPts val="4450"/>
              <a:buFont typeface="Arial"/>
              <a:buNone/>
            </a:pPr>
            <a:r>
              <a:rPr b="1" i="0" lang="en-US" sz="4450" u="none" cap="none" strike="noStrike">
                <a:solidFill>
                  <a:srgbClr val="000000"/>
                </a:solidFill>
                <a:latin typeface="Times New Roman"/>
                <a:ea typeface="Times New Roman"/>
                <a:cs typeface="Times New Roman"/>
                <a:sym typeface="Times New Roman"/>
              </a:rPr>
              <a:t>Project Setup and Architecture</a:t>
            </a:r>
            <a:endParaRPr b="0" i="0" sz="4450" u="none" cap="none" strike="noStrike">
              <a:solidFill>
                <a:srgbClr val="000000"/>
              </a:solidFill>
              <a:latin typeface="Times New Roman"/>
              <a:ea typeface="Times New Roman"/>
              <a:cs typeface="Times New Roman"/>
              <a:sym typeface="Times New Roman"/>
            </a:endParaRPr>
          </a:p>
        </p:txBody>
      </p:sp>
      <p:pic>
        <p:nvPicPr>
          <p:cNvPr descr="preencoded.png" id="106" name="Google Shape;106;p25"/>
          <p:cNvPicPr preferRelativeResize="0"/>
          <p:nvPr/>
        </p:nvPicPr>
        <p:blipFill rotWithShape="1">
          <a:blip r:embed="rId3">
            <a:alphaModFix/>
          </a:blip>
          <a:srcRect b="0" l="0" r="0" t="0"/>
          <a:stretch/>
        </p:blipFill>
        <p:spPr>
          <a:xfrm>
            <a:off x="2978348" y="1825466"/>
            <a:ext cx="2152055" cy="1306949"/>
          </a:xfrm>
          <a:prstGeom prst="rect">
            <a:avLst/>
          </a:prstGeom>
          <a:noFill/>
          <a:ln>
            <a:noFill/>
          </a:ln>
        </p:spPr>
      </p:pic>
      <p:pic>
        <p:nvPicPr>
          <p:cNvPr descr="preencoded.png" id="107" name="Google Shape;107;p25"/>
          <p:cNvPicPr preferRelativeResize="0"/>
          <p:nvPr/>
        </p:nvPicPr>
        <p:blipFill rotWithShape="1">
          <a:blip r:embed="rId4">
            <a:alphaModFix/>
          </a:blip>
          <a:srcRect b="0" l="0" r="0" t="0"/>
          <a:stretch/>
        </p:blipFill>
        <p:spPr>
          <a:xfrm>
            <a:off x="3894892" y="2441496"/>
            <a:ext cx="318968" cy="398621"/>
          </a:xfrm>
          <a:prstGeom prst="rect">
            <a:avLst/>
          </a:prstGeom>
          <a:noFill/>
          <a:ln>
            <a:noFill/>
          </a:ln>
        </p:spPr>
      </p:pic>
      <p:sp>
        <p:nvSpPr>
          <p:cNvPr id="108" name="Google Shape;108;p25"/>
          <p:cNvSpPr/>
          <p:nvPr/>
        </p:nvSpPr>
        <p:spPr>
          <a:xfrm>
            <a:off x="5357217" y="2052280"/>
            <a:ext cx="2835235" cy="35433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000000"/>
              </a:buClr>
              <a:buSzPts val="2200"/>
              <a:buFont typeface="Arial"/>
              <a:buNone/>
            </a:pPr>
            <a:r>
              <a:rPr b="1" i="0" lang="en-US" sz="2200" u="none" cap="none" strike="noStrike">
                <a:solidFill>
                  <a:srgbClr val="000000"/>
                </a:solidFill>
                <a:latin typeface="Times New Roman"/>
                <a:ea typeface="Times New Roman"/>
                <a:cs typeface="Times New Roman"/>
                <a:sym typeface="Times New Roman"/>
              </a:rPr>
              <a:t>React Frontend</a:t>
            </a:r>
            <a:endParaRPr b="0" i="0" sz="2200" u="none" cap="none" strike="noStrike">
              <a:solidFill>
                <a:srgbClr val="000000"/>
              </a:solidFill>
              <a:latin typeface="Times New Roman"/>
              <a:ea typeface="Times New Roman"/>
              <a:cs typeface="Times New Roman"/>
              <a:sym typeface="Times New Roman"/>
            </a:endParaRPr>
          </a:p>
        </p:txBody>
      </p:sp>
      <p:sp>
        <p:nvSpPr>
          <p:cNvPr id="109" name="Google Shape;109;p25"/>
          <p:cNvSpPr/>
          <p:nvPr/>
        </p:nvSpPr>
        <p:spPr>
          <a:xfrm>
            <a:off x="5357217" y="2542699"/>
            <a:ext cx="4604861" cy="362903"/>
          </a:xfrm>
          <a:prstGeom prst="rect">
            <a:avLst/>
          </a:prstGeom>
          <a:noFill/>
          <a:ln>
            <a:noFill/>
          </a:ln>
        </p:spPr>
        <p:txBody>
          <a:bodyPr anchorCtr="0" anchor="t" bIns="0" lIns="0" spcFirstLastPara="1" rIns="0" wrap="square" tIns="0">
            <a:noAutofit/>
          </a:bodyPr>
          <a:lstStyle/>
          <a:p>
            <a:pPr indent="0" lvl="0" marL="0" marR="0" rtl="0" algn="l">
              <a:lnSpc>
                <a:spcPct val="142500"/>
              </a:lnSpc>
              <a:spcBef>
                <a:spcPts val="0"/>
              </a:spcBef>
              <a:spcAft>
                <a:spcPts val="0"/>
              </a:spcAft>
              <a:buClr>
                <a:srgbClr val="000000"/>
              </a:buClr>
              <a:buSzPts val="2000"/>
              <a:buFont typeface="Arial"/>
              <a:buNone/>
            </a:pPr>
            <a:r>
              <a:rPr lang="en-US" sz="2000">
                <a:solidFill>
                  <a:schemeClr val="dk1"/>
                </a:solidFill>
                <a:latin typeface="Times New Roman"/>
                <a:ea typeface="Times New Roman"/>
                <a:cs typeface="Times New Roman"/>
                <a:sym typeface="Times New Roman"/>
              </a:rPr>
              <a:t>User interface with components and hooks</a:t>
            </a:r>
            <a:endParaRPr b="0" i="0" sz="2000" u="none" cap="none" strike="noStrike">
              <a:solidFill>
                <a:srgbClr val="000000"/>
              </a:solidFill>
              <a:latin typeface="Times New Roman"/>
              <a:ea typeface="Times New Roman"/>
              <a:cs typeface="Times New Roman"/>
              <a:sym typeface="Times New Roman"/>
            </a:endParaRPr>
          </a:p>
        </p:txBody>
      </p:sp>
      <p:sp>
        <p:nvSpPr>
          <p:cNvPr id="110" name="Google Shape;110;p25"/>
          <p:cNvSpPr/>
          <p:nvPr/>
        </p:nvSpPr>
        <p:spPr>
          <a:xfrm>
            <a:off x="5187077" y="3145512"/>
            <a:ext cx="8592860" cy="15240"/>
          </a:xfrm>
          <a:prstGeom prst="roundRect">
            <a:avLst>
              <a:gd fmla="val 625116" name="adj"/>
            </a:avLst>
          </a:prstGeom>
          <a:solidFill>
            <a:srgbClr val="2A19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pic>
        <p:nvPicPr>
          <p:cNvPr descr="preencoded.png" id="111" name="Google Shape;111;p25"/>
          <p:cNvPicPr preferRelativeResize="0"/>
          <p:nvPr/>
        </p:nvPicPr>
        <p:blipFill rotWithShape="1">
          <a:blip r:embed="rId5">
            <a:alphaModFix/>
          </a:blip>
          <a:srcRect b="0" l="0" r="0" t="0"/>
          <a:stretch/>
        </p:blipFill>
        <p:spPr>
          <a:xfrm>
            <a:off x="1902381" y="3189089"/>
            <a:ext cx="4304109" cy="1306949"/>
          </a:xfrm>
          <a:prstGeom prst="rect">
            <a:avLst/>
          </a:prstGeom>
          <a:noFill/>
          <a:ln>
            <a:noFill/>
          </a:ln>
        </p:spPr>
      </p:pic>
      <p:pic>
        <p:nvPicPr>
          <p:cNvPr descr="preencoded.png" id="112" name="Google Shape;112;p25"/>
          <p:cNvPicPr preferRelativeResize="0"/>
          <p:nvPr/>
        </p:nvPicPr>
        <p:blipFill rotWithShape="1">
          <a:blip r:embed="rId6">
            <a:alphaModFix/>
          </a:blip>
          <a:srcRect b="0" l="0" r="0" t="0"/>
          <a:stretch/>
        </p:blipFill>
        <p:spPr>
          <a:xfrm>
            <a:off x="3894773" y="3748445"/>
            <a:ext cx="318968" cy="398621"/>
          </a:xfrm>
          <a:prstGeom prst="rect">
            <a:avLst/>
          </a:prstGeom>
          <a:noFill/>
          <a:ln>
            <a:noFill/>
          </a:ln>
        </p:spPr>
      </p:pic>
      <p:sp>
        <p:nvSpPr>
          <p:cNvPr id="113" name="Google Shape;113;p25"/>
          <p:cNvSpPr/>
          <p:nvPr/>
        </p:nvSpPr>
        <p:spPr>
          <a:xfrm>
            <a:off x="6433304" y="3415903"/>
            <a:ext cx="2835235" cy="35433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000000"/>
              </a:buClr>
              <a:buSzPts val="2200"/>
              <a:buFont typeface="Arial"/>
              <a:buNone/>
            </a:pPr>
            <a:r>
              <a:rPr b="1" i="0" lang="en-US" sz="2200" u="none" cap="none" strike="noStrike">
                <a:solidFill>
                  <a:srgbClr val="000000"/>
                </a:solidFill>
                <a:latin typeface="Times New Roman"/>
                <a:ea typeface="Times New Roman"/>
                <a:cs typeface="Times New Roman"/>
                <a:sym typeface="Times New Roman"/>
              </a:rPr>
              <a:t>Node.js Backend</a:t>
            </a:r>
            <a:endParaRPr b="0" i="0" sz="2200" u="none" cap="none" strike="noStrike">
              <a:solidFill>
                <a:srgbClr val="000000"/>
              </a:solidFill>
              <a:latin typeface="Times New Roman"/>
              <a:ea typeface="Times New Roman"/>
              <a:cs typeface="Times New Roman"/>
              <a:sym typeface="Times New Roman"/>
            </a:endParaRPr>
          </a:p>
        </p:txBody>
      </p:sp>
      <p:sp>
        <p:nvSpPr>
          <p:cNvPr id="114" name="Google Shape;114;p25"/>
          <p:cNvSpPr/>
          <p:nvPr/>
        </p:nvSpPr>
        <p:spPr>
          <a:xfrm>
            <a:off x="6433304" y="3906322"/>
            <a:ext cx="2939415" cy="362903"/>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000000"/>
              </a:buClr>
              <a:buSzPts val="1750"/>
              <a:buFont typeface="Arial"/>
              <a:buNone/>
            </a:pPr>
            <a:r>
              <a:rPr b="0" i="0" lang="en-US" sz="1750" u="none" cap="none" strike="noStrike">
                <a:solidFill>
                  <a:srgbClr val="000000"/>
                </a:solidFill>
                <a:latin typeface="Times New Roman"/>
                <a:ea typeface="Times New Roman"/>
                <a:cs typeface="Times New Roman"/>
                <a:sym typeface="Times New Roman"/>
              </a:rPr>
              <a:t>Node.js + Express REST API </a:t>
            </a:r>
            <a:endParaRPr b="0" i="0" sz="1750" u="none" cap="none" strike="noStrike">
              <a:solidFill>
                <a:srgbClr val="000000"/>
              </a:solidFill>
              <a:latin typeface="Times New Roman"/>
              <a:ea typeface="Times New Roman"/>
              <a:cs typeface="Times New Roman"/>
              <a:sym typeface="Times New Roman"/>
            </a:endParaRPr>
          </a:p>
        </p:txBody>
      </p:sp>
      <p:sp>
        <p:nvSpPr>
          <p:cNvPr id="115" name="Google Shape;115;p25"/>
          <p:cNvSpPr/>
          <p:nvPr/>
        </p:nvSpPr>
        <p:spPr>
          <a:xfrm>
            <a:off x="6263164" y="4509135"/>
            <a:ext cx="7516773" cy="15240"/>
          </a:xfrm>
          <a:prstGeom prst="roundRect">
            <a:avLst>
              <a:gd fmla="val 625116" name="adj"/>
            </a:avLst>
          </a:prstGeom>
          <a:solidFill>
            <a:srgbClr val="2A19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pic>
        <p:nvPicPr>
          <p:cNvPr descr="preencoded.png" id="116" name="Google Shape;116;p25"/>
          <p:cNvPicPr preferRelativeResize="0"/>
          <p:nvPr/>
        </p:nvPicPr>
        <p:blipFill rotWithShape="1">
          <a:blip r:embed="rId7">
            <a:alphaModFix/>
          </a:blip>
          <a:srcRect b="0" l="0" r="0" t="0"/>
          <a:stretch/>
        </p:blipFill>
        <p:spPr>
          <a:xfrm>
            <a:off x="826294" y="4552712"/>
            <a:ext cx="6456164" cy="1306949"/>
          </a:xfrm>
          <a:prstGeom prst="rect">
            <a:avLst/>
          </a:prstGeom>
          <a:noFill/>
          <a:ln>
            <a:noFill/>
          </a:ln>
        </p:spPr>
      </p:pic>
      <p:pic>
        <p:nvPicPr>
          <p:cNvPr descr="preencoded.png" id="117" name="Google Shape;117;p25"/>
          <p:cNvPicPr preferRelativeResize="0"/>
          <p:nvPr/>
        </p:nvPicPr>
        <p:blipFill rotWithShape="1">
          <a:blip r:embed="rId8">
            <a:alphaModFix/>
          </a:blip>
          <a:srcRect b="0" l="0" r="0" t="0"/>
          <a:stretch/>
        </p:blipFill>
        <p:spPr>
          <a:xfrm>
            <a:off x="3894773" y="5006816"/>
            <a:ext cx="318968" cy="398621"/>
          </a:xfrm>
          <a:prstGeom prst="rect">
            <a:avLst/>
          </a:prstGeom>
          <a:noFill/>
          <a:ln>
            <a:noFill/>
          </a:ln>
        </p:spPr>
      </p:pic>
      <p:sp>
        <p:nvSpPr>
          <p:cNvPr id="118" name="Google Shape;118;p25"/>
          <p:cNvSpPr/>
          <p:nvPr/>
        </p:nvSpPr>
        <p:spPr>
          <a:xfrm>
            <a:off x="7509272" y="4779526"/>
            <a:ext cx="2835235" cy="35433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000000"/>
              </a:buClr>
              <a:buSzPts val="2200"/>
              <a:buFont typeface="Arial"/>
              <a:buNone/>
            </a:pPr>
            <a:r>
              <a:rPr b="1" i="0" lang="en-US" sz="2200" u="none" cap="none" strike="noStrike">
                <a:solidFill>
                  <a:srgbClr val="000000"/>
                </a:solidFill>
                <a:latin typeface="Times New Roman"/>
                <a:ea typeface="Times New Roman"/>
                <a:cs typeface="Times New Roman"/>
                <a:sym typeface="Times New Roman"/>
              </a:rPr>
              <a:t>Socket.io Server</a:t>
            </a:r>
            <a:endParaRPr b="0" i="0" sz="2200" u="none" cap="none" strike="noStrike">
              <a:solidFill>
                <a:srgbClr val="000000"/>
              </a:solidFill>
              <a:latin typeface="Times New Roman"/>
              <a:ea typeface="Times New Roman"/>
              <a:cs typeface="Times New Roman"/>
              <a:sym typeface="Times New Roman"/>
            </a:endParaRPr>
          </a:p>
        </p:txBody>
      </p:sp>
      <p:sp>
        <p:nvSpPr>
          <p:cNvPr id="119" name="Google Shape;119;p25"/>
          <p:cNvSpPr/>
          <p:nvPr/>
        </p:nvSpPr>
        <p:spPr>
          <a:xfrm>
            <a:off x="7509272" y="5269944"/>
            <a:ext cx="3306723" cy="362903"/>
          </a:xfrm>
          <a:prstGeom prst="rect">
            <a:avLst/>
          </a:prstGeom>
          <a:noFill/>
          <a:ln>
            <a:noFill/>
          </a:ln>
        </p:spPr>
        <p:txBody>
          <a:bodyPr anchorCtr="0" anchor="t" bIns="0" lIns="0" spcFirstLastPara="1" rIns="0" wrap="square" tIns="0">
            <a:noAutofit/>
          </a:bodyPr>
          <a:lstStyle/>
          <a:p>
            <a:pPr indent="0" lvl="0" marL="0" marR="0" rtl="0" algn="l">
              <a:lnSpc>
                <a:spcPct val="142500"/>
              </a:lnSpc>
              <a:spcBef>
                <a:spcPts val="0"/>
              </a:spcBef>
              <a:spcAft>
                <a:spcPts val="0"/>
              </a:spcAft>
              <a:buClr>
                <a:srgbClr val="000000"/>
              </a:buClr>
              <a:buSzPts val="2000"/>
              <a:buFont typeface="Arial"/>
              <a:buNone/>
            </a:pPr>
            <a:r>
              <a:rPr b="0" i="0" lang="en-US" sz="2000" u="none" cap="none" strike="noStrike">
                <a:solidFill>
                  <a:srgbClr val="000000"/>
                </a:solidFill>
                <a:latin typeface="Times New Roman"/>
                <a:ea typeface="Times New Roman"/>
                <a:cs typeface="Times New Roman"/>
                <a:sym typeface="Times New Roman"/>
              </a:rPr>
              <a:t>Real-time messaging </a:t>
            </a:r>
            <a:endParaRPr b="0" i="0" sz="2000" u="none" cap="none" strike="noStrike">
              <a:solidFill>
                <a:srgbClr val="000000"/>
              </a:solidFill>
              <a:latin typeface="Times New Roman"/>
              <a:ea typeface="Times New Roman"/>
              <a:cs typeface="Times New Roman"/>
              <a:sym typeface="Times New Roman"/>
            </a:endParaRPr>
          </a:p>
        </p:txBody>
      </p:sp>
      <p:sp>
        <p:nvSpPr>
          <p:cNvPr id="120" name="Google Shape;120;p25"/>
          <p:cNvSpPr/>
          <p:nvPr/>
        </p:nvSpPr>
        <p:spPr>
          <a:xfrm>
            <a:off x="793790" y="6114812"/>
            <a:ext cx="13042821" cy="1451610"/>
          </a:xfrm>
          <a:prstGeom prst="rect">
            <a:avLst/>
          </a:prstGeom>
          <a:noFill/>
          <a:ln>
            <a:noFill/>
          </a:ln>
        </p:spPr>
        <p:txBody>
          <a:bodyPr anchorCtr="0" anchor="t" bIns="0" lIns="0" spcFirstLastPara="1" rIns="0" wrap="square" tIns="0">
            <a:noAutofit/>
          </a:bodyPr>
          <a:lstStyle/>
          <a:p>
            <a:pPr indent="0" lvl="0" marL="0" marR="0" rtl="0" algn="just">
              <a:lnSpc>
                <a:spcPct val="142500"/>
              </a:lnSpc>
              <a:spcBef>
                <a:spcPts val="0"/>
              </a:spcBef>
              <a:spcAft>
                <a:spcPts val="0"/>
              </a:spcAft>
              <a:buClr>
                <a:srgbClr val="000000"/>
              </a:buClr>
              <a:buSzPts val="2000"/>
              <a:buFont typeface="Arial"/>
              <a:buNone/>
            </a:pPr>
            <a:r>
              <a:rPr b="0" i="0" lang="en-US" sz="2000" u="none" cap="none" strike="noStrike">
                <a:solidFill>
                  <a:srgbClr val="000000"/>
                </a:solidFill>
                <a:latin typeface="Times New Roman"/>
                <a:ea typeface="Times New Roman"/>
                <a:cs typeface="Times New Roman"/>
                <a:sym typeface="Times New Roman"/>
              </a:rPr>
              <a:t>NoteChat follows a three-server architecture. The frontend uses React with Redux for state management and Styled Components for responsive UI. The backend uses Node.js with Express for REST APIs covering auth, notes, comments, and messaging. A separate Socket.io server handles all real-time events. All data is stored in MongoDB using Mongoose ODM, persisting users, notes, comments, conversations, and messages.</a:t>
            </a:r>
            <a:endParaRPr b="0" i="0" sz="2000" u="none" cap="none" strike="noStrike">
              <a:solidFill>
                <a:srgbClr val="000000"/>
              </a:solidFill>
              <a:latin typeface="Times New Roman"/>
              <a:ea typeface="Times New Roman"/>
              <a:cs typeface="Times New Roman"/>
              <a:sym typeface="Times New Roman"/>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25" name="Shape 125"/>
        <p:cNvGrpSpPr/>
        <p:nvPr/>
      </p:nvGrpSpPr>
      <p:grpSpPr>
        <a:xfrm>
          <a:off x="0" y="0"/>
          <a:ext cx="0" cy="0"/>
          <a:chOff x="0" y="0"/>
          <a:chExt cx="0" cy="0"/>
        </a:xfrm>
      </p:grpSpPr>
      <p:pic>
        <p:nvPicPr>
          <p:cNvPr descr="preencoded.png" id="126" name="Google Shape;126;p26"/>
          <p:cNvPicPr preferRelativeResize="0"/>
          <p:nvPr/>
        </p:nvPicPr>
        <p:blipFill rotWithShape="1">
          <a:blip r:embed="rId3">
            <a:alphaModFix/>
          </a:blip>
          <a:srcRect b="0" l="0" r="0" t="0"/>
          <a:stretch/>
        </p:blipFill>
        <p:spPr>
          <a:xfrm>
            <a:off x="9144000" y="1103586"/>
            <a:ext cx="5486400" cy="6863255"/>
          </a:xfrm>
          <a:prstGeom prst="rect">
            <a:avLst/>
          </a:prstGeom>
          <a:noFill/>
          <a:ln>
            <a:noFill/>
          </a:ln>
        </p:spPr>
      </p:pic>
      <p:sp>
        <p:nvSpPr>
          <p:cNvPr id="127" name="Google Shape;127;p26"/>
          <p:cNvSpPr/>
          <p:nvPr/>
        </p:nvSpPr>
        <p:spPr>
          <a:xfrm>
            <a:off x="562563" y="238600"/>
            <a:ext cx="6607850" cy="566976"/>
          </a:xfrm>
          <a:prstGeom prst="rect">
            <a:avLst/>
          </a:prstGeom>
          <a:noFill/>
          <a:ln>
            <a:noFill/>
          </a:ln>
        </p:spPr>
        <p:txBody>
          <a:bodyPr anchorCtr="0" anchor="t" bIns="0" lIns="0" spcFirstLastPara="1" rIns="0" wrap="square" tIns="0">
            <a:noAutofit/>
          </a:bodyPr>
          <a:lstStyle/>
          <a:p>
            <a:pPr indent="0" lvl="0" marL="0" marR="0" rtl="0" algn="l">
              <a:lnSpc>
                <a:spcPct val="101136"/>
              </a:lnSpc>
              <a:spcBef>
                <a:spcPts val="0"/>
              </a:spcBef>
              <a:spcAft>
                <a:spcPts val="0"/>
              </a:spcAft>
              <a:buClr>
                <a:srgbClr val="000000"/>
              </a:buClr>
              <a:buSzPts val="4400"/>
              <a:buFont typeface="Arial"/>
              <a:buNone/>
            </a:pPr>
            <a:r>
              <a:rPr b="1" i="0" lang="en-US" sz="3700" u="none" cap="none" strike="noStrike">
                <a:solidFill>
                  <a:srgbClr val="000000"/>
                </a:solidFill>
                <a:latin typeface="Times New Roman"/>
                <a:ea typeface="Times New Roman"/>
                <a:cs typeface="Times New Roman"/>
                <a:sym typeface="Times New Roman"/>
              </a:rPr>
              <a:t>Setting Up the React</a:t>
            </a:r>
            <a:r>
              <a:rPr b="1" lang="en-US" sz="3700">
                <a:latin typeface="Times New Roman"/>
                <a:ea typeface="Times New Roman"/>
                <a:cs typeface="Times New Roman"/>
                <a:sym typeface="Times New Roman"/>
              </a:rPr>
              <a:t> </a:t>
            </a:r>
            <a:r>
              <a:rPr b="1" i="0" lang="en-US" sz="3700" u="none" cap="none" strike="noStrike">
                <a:solidFill>
                  <a:srgbClr val="000000"/>
                </a:solidFill>
                <a:latin typeface="Times New Roman"/>
                <a:ea typeface="Times New Roman"/>
                <a:cs typeface="Times New Roman"/>
                <a:sym typeface="Times New Roman"/>
              </a:rPr>
              <a:t>Frontend</a:t>
            </a:r>
            <a:endParaRPr b="0" i="0" sz="3700" u="none" cap="none" strike="noStrike">
              <a:solidFill>
                <a:srgbClr val="000000"/>
              </a:solidFill>
              <a:latin typeface="Times New Roman"/>
              <a:ea typeface="Times New Roman"/>
              <a:cs typeface="Times New Roman"/>
              <a:sym typeface="Times New Roman"/>
            </a:endParaRPr>
          </a:p>
        </p:txBody>
      </p:sp>
      <p:sp>
        <p:nvSpPr>
          <p:cNvPr id="128" name="Google Shape;128;p26"/>
          <p:cNvSpPr/>
          <p:nvPr/>
        </p:nvSpPr>
        <p:spPr>
          <a:xfrm rot="299">
            <a:off x="434646" y="1245600"/>
            <a:ext cx="3446700" cy="283500"/>
          </a:xfrm>
          <a:prstGeom prst="rect">
            <a:avLst/>
          </a:prstGeom>
          <a:noFill/>
          <a:ln>
            <a:noFill/>
          </a:ln>
        </p:spPr>
        <p:txBody>
          <a:bodyPr anchorCtr="0" anchor="t" bIns="0" lIns="0" spcFirstLastPara="1" rIns="0" wrap="square" tIns="0">
            <a:noAutofit/>
          </a:bodyPr>
          <a:lstStyle/>
          <a:p>
            <a:pPr indent="0" lvl="0" marL="0" marR="0" rtl="0" algn="l">
              <a:lnSpc>
                <a:spcPct val="91666"/>
              </a:lnSpc>
              <a:spcBef>
                <a:spcPts val="0"/>
              </a:spcBef>
              <a:spcAft>
                <a:spcPts val="0"/>
              </a:spcAft>
              <a:buClr>
                <a:srgbClr val="000000"/>
              </a:buClr>
              <a:buSzPts val="2400"/>
              <a:buFont typeface="Arial"/>
              <a:buNone/>
            </a:pPr>
            <a:r>
              <a:rPr b="1" i="0" lang="en-US" sz="2400" u="none" cap="none" strike="noStrike">
                <a:solidFill>
                  <a:srgbClr val="000000"/>
                </a:solidFill>
                <a:latin typeface="Times New Roman"/>
                <a:ea typeface="Times New Roman"/>
                <a:cs typeface="Times New Roman"/>
                <a:sym typeface="Times New Roman"/>
              </a:rPr>
              <a:t>Initialize React Project</a:t>
            </a:r>
            <a:endParaRPr b="0" i="0" sz="2400" u="none" cap="none" strike="noStrike">
              <a:solidFill>
                <a:srgbClr val="000000"/>
              </a:solidFill>
              <a:latin typeface="Times New Roman"/>
              <a:ea typeface="Times New Roman"/>
              <a:cs typeface="Times New Roman"/>
              <a:sym typeface="Times New Roman"/>
            </a:endParaRPr>
          </a:p>
        </p:txBody>
      </p:sp>
      <p:sp>
        <p:nvSpPr>
          <p:cNvPr id="129" name="Google Shape;129;p26"/>
          <p:cNvSpPr/>
          <p:nvPr/>
        </p:nvSpPr>
        <p:spPr>
          <a:xfrm>
            <a:off x="508097" y="1657350"/>
            <a:ext cx="8225400" cy="290400"/>
          </a:xfrm>
          <a:prstGeom prst="rect">
            <a:avLst/>
          </a:prstGeom>
          <a:noFill/>
          <a:ln>
            <a:noFill/>
          </a:ln>
        </p:spPr>
        <p:txBody>
          <a:bodyPr anchorCtr="0" anchor="t" bIns="0" lIns="0" spcFirstLastPara="1" rIns="0" wrap="square" tIns="0">
            <a:noAutofit/>
          </a:bodyPr>
          <a:lstStyle/>
          <a:p>
            <a:pPr indent="0" lvl="0" marL="0" marR="0" rtl="0" algn="l">
              <a:lnSpc>
                <a:spcPct val="112500"/>
              </a:lnSpc>
              <a:spcBef>
                <a:spcPts val="0"/>
              </a:spcBef>
              <a:spcAft>
                <a:spcPts val="0"/>
              </a:spcAft>
              <a:buClr>
                <a:srgbClr val="000000"/>
              </a:buClr>
              <a:buSzPts val="2000"/>
              <a:buFont typeface="Arial"/>
              <a:buNone/>
            </a:pPr>
            <a:r>
              <a:rPr b="0" i="0" lang="en-US" sz="2000" u="none" cap="none" strike="noStrike">
                <a:solidFill>
                  <a:srgbClr val="000000"/>
                </a:solidFill>
                <a:latin typeface="Times New Roman"/>
                <a:ea typeface="Times New Roman"/>
                <a:cs typeface="Times New Roman"/>
                <a:sym typeface="Times New Roman"/>
              </a:rPr>
              <a:t>C</a:t>
            </a:r>
            <a:r>
              <a:rPr b="0" i="0" lang="en-US" sz="2200" u="none" cap="none" strike="noStrike">
                <a:solidFill>
                  <a:srgbClr val="000000"/>
                </a:solidFill>
                <a:latin typeface="Times New Roman"/>
                <a:ea typeface="Times New Roman"/>
                <a:cs typeface="Times New Roman"/>
                <a:sym typeface="Times New Roman"/>
              </a:rPr>
              <a:t>reate React App + Redux Toolkit for global state management</a:t>
            </a:r>
            <a:endParaRPr b="0" i="0" sz="2200" u="none" cap="none" strike="noStrike">
              <a:solidFill>
                <a:srgbClr val="000000"/>
              </a:solidFill>
              <a:latin typeface="Times New Roman"/>
              <a:ea typeface="Times New Roman"/>
              <a:cs typeface="Times New Roman"/>
              <a:sym typeface="Times New Roman"/>
            </a:endParaRPr>
          </a:p>
        </p:txBody>
      </p:sp>
      <p:sp>
        <p:nvSpPr>
          <p:cNvPr id="130" name="Google Shape;130;p26"/>
          <p:cNvSpPr/>
          <p:nvPr/>
        </p:nvSpPr>
        <p:spPr>
          <a:xfrm>
            <a:off x="434626" y="2114375"/>
            <a:ext cx="5278200" cy="283500"/>
          </a:xfrm>
          <a:prstGeom prst="rect">
            <a:avLst/>
          </a:prstGeom>
          <a:noFill/>
          <a:ln>
            <a:noFill/>
          </a:ln>
        </p:spPr>
        <p:txBody>
          <a:bodyPr anchorCtr="0" anchor="t" bIns="0" lIns="0" spcFirstLastPara="1" rIns="0" wrap="square" tIns="0">
            <a:noAutofit/>
          </a:bodyPr>
          <a:lstStyle/>
          <a:p>
            <a:pPr indent="0" lvl="0" marL="0" marR="0" rtl="0" algn="l">
              <a:lnSpc>
                <a:spcPct val="91666"/>
              </a:lnSpc>
              <a:spcBef>
                <a:spcPts val="0"/>
              </a:spcBef>
              <a:spcAft>
                <a:spcPts val="0"/>
              </a:spcAft>
              <a:buClr>
                <a:srgbClr val="000000"/>
              </a:buClr>
              <a:buSzPts val="2400"/>
              <a:buFont typeface="Arial"/>
              <a:buNone/>
            </a:pPr>
            <a:r>
              <a:rPr b="1" i="0" lang="en-US" sz="2400" u="none" cap="none" strike="noStrike">
                <a:solidFill>
                  <a:srgbClr val="000000"/>
                </a:solidFill>
                <a:latin typeface="Times New Roman"/>
                <a:ea typeface="Times New Roman"/>
                <a:cs typeface="Times New Roman"/>
                <a:sym typeface="Times New Roman"/>
              </a:rPr>
              <a:t>Organize Component Structure</a:t>
            </a:r>
            <a:endParaRPr b="0" i="0" sz="2400" u="none" cap="none" strike="noStrike">
              <a:solidFill>
                <a:srgbClr val="000000"/>
              </a:solidFill>
              <a:latin typeface="Times New Roman"/>
              <a:ea typeface="Times New Roman"/>
              <a:cs typeface="Times New Roman"/>
              <a:sym typeface="Times New Roman"/>
            </a:endParaRPr>
          </a:p>
        </p:txBody>
      </p:sp>
      <p:sp>
        <p:nvSpPr>
          <p:cNvPr id="131" name="Google Shape;131;p26"/>
          <p:cNvSpPr/>
          <p:nvPr/>
        </p:nvSpPr>
        <p:spPr>
          <a:xfrm>
            <a:off x="562576" y="2563550"/>
            <a:ext cx="8031300" cy="290400"/>
          </a:xfrm>
          <a:prstGeom prst="rect">
            <a:avLst/>
          </a:prstGeom>
          <a:noFill/>
          <a:ln>
            <a:noFill/>
          </a:ln>
        </p:spPr>
        <p:txBody>
          <a:bodyPr anchorCtr="0" anchor="t" bIns="0" lIns="0" spcFirstLastPara="1" rIns="0" wrap="square" tIns="0">
            <a:noAutofit/>
          </a:bodyPr>
          <a:lstStyle/>
          <a:p>
            <a:pPr indent="0" lvl="0" marL="0" marR="0" rtl="0" algn="l">
              <a:lnSpc>
                <a:spcPct val="112500"/>
              </a:lnSpc>
              <a:spcBef>
                <a:spcPts val="0"/>
              </a:spcBef>
              <a:spcAft>
                <a:spcPts val="0"/>
              </a:spcAft>
              <a:buClr>
                <a:srgbClr val="000000"/>
              </a:buClr>
              <a:buSzPts val="2000"/>
              <a:buFont typeface="Arial"/>
              <a:buNone/>
            </a:pPr>
            <a:r>
              <a:rPr b="0" i="0" lang="en-US" sz="2000" u="none" cap="none" strike="noStrike">
                <a:solidFill>
                  <a:srgbClr val="000000"/>
                </a:solidFill>
                <a:latin typeface="Times New Roman"/>
                <a:ea typeface="Times New Roman"/>
                <a:cs typeface="Times New Roman"/>
                <a:sym typeface="Times New Roman"/>
              </a:rPr>
              <a:t>P</a:t>
            </a:r>
            <a:r>
              <a:rPr b="0" i="0" lang="en-US" sz="2200" u="none" cap="none" strike="noStrike">
                <a:solidFill>
                  <a:srgbClr val="000000"/>
                </a:solidFill>
                <a:latin typeface="Times New Roman"/>
                <a:ea typeface="Times New Roman"/>
                <a:cs typeface="Times New Roman"/>
                <a:sym typeface="Times New Roman"/>
              </a:rPr>
              <a:t>ages: Home, Login, Register, Messenger, Profile. Key components: Navbar, Post, Comment</a:t>
            </a:r>
            <a:endParaRPr b="0" i="0" sz="2200" u="none" cap="none" strike="noStrike">
              <a:solidFill>
                <a:srgbClr val="000000"/>
              </a:solidFill>
              <a:latin typeface="Times New Roman"/>
              <a:ea typeface="Times New Roman"/>
              <a:cs typeface="Times New Roman"/>
              <a:sym typeface="Times New Roman"/>
            </a:endParaRPr>
          </a:p>
        </p:txBody>
      </p:sp>
      <p:sp>
        <p:nvSpPr>
          <p:cNvPr id="132" name="Google Shape;132;p26"/>
          <p:cNvSpPr/>
          <p:nvPr/>
        </p:nvSpPr>
        <p:spPr>
          <a:xfrm>
            <a:off x="482177" y="3425438"/>
            <a:ext cx="5183100" cy="283500"/>
          </a:xfrm>
          <a:prstGeom prst="rect">
            <a:avLst/>
          </a:prstGeom>
          <a:noFill/>
          <a:ln>
            <a:noFill/>
          </a:ln>
        </p:spPr>
        <p:txBody>
          <a:bodyPr anchorCtr="0" anchor="t" bIns="0" lIns="0" spcFirstLastPara="1" rIns="0" wrap="square" tIns="0">
            <a:noAutofit/>
          </a:bodyPr>
          <a:lstStyle/>
          <a:p>
            <a:pPr indent="0" lvl="0" marL="0" marR="0" rtl="0" algn="l">
              <a:lnSpc>
                <a:spcPct val="91666"/>
              </a:lnSpc>
              <a:spcBef>
                <a:spcPts val="0"/>
              </a:spcBef>
              <a:spcAft>
                <a:spcPts val="0"/>
              </a:spcAft>
              <a:buClr>
                <a:srgbClr val="000000"/>
              </a:buClr>
              <a:buSzPts val="2400"/>
              <a:buFont typeface="Arial"/>
              <a:buNone/>
            </a:pPr>
            <a:r>
              <a:rPr b="1" i="0" lang="en-US" sz="2400" u="none" cap="none" strike="noStrike">
                <a:solidFill>
                  <a:srgbClr val="000000"/>
                </a:solidFill>
                <a:latin typeface="Times New Roman"/>
                <a:ea typeface="Times New Roman"/>
                <a:cs typeface="Times New Roman"/>
                <a:sym typeface="Times New Roman"/>
              </a:rPr>
              <a:t>Add Styling Libraries</a:t>
            </a:r>
            <a:endParaRPr b="0" i="0" sz="2400" u="none" cap="none" strike="noStrike">
              <a:solidFill>
                <a:srgbClr val="000000"/>
              </a:solidFill>
              <a:latin typeface="Times New Roman"/>
              <a:ea typeface="Times New Roman"/>
              <a:cs typeface="Times New Roman"/>
              <a:sym typeface="Times New Roman"/>
            </a:endParaRPr>
          </a:p>
        </p:txBody>
      </p:sp>
      <p:sp>
        <p:nvSpPr>
          <p:cNvPr id="133" name="Google Shape;133;p26"/>
          <p:cNvSpPr/>
          <p:nvPr/>
        </p:nvSpPr>
        <p:spPr>
          <a:xfrm>
            <a:off x="562576" y="3865075"/>
            <a:ext cx="8170800" cy="290400"/>
          </a:xfrm>
          <a:prstGeom prst="rect">
            <a:avLst/>
          </a:prstGeom>
          <a:noFill/>
          <a:ln>
            <a:noFill/>
          </a:ln>
        </p:spPr>
        <p:txBody>
          <a:bodyPr anchorCtr="0" anchor="t" bIns="0" lIns="0" spcFirstLastPara="1" rIns="0" wrap="square" tIns="0">
            <a:noAutofit/>
          </a:bodyPr>
          <a:lstStyle/>
          <a:p>
            <a:pPr indent="0" lvl="0" marL="0" marR="0" rtl="0" algn="l">
              <a:lnSpc>
                <a:spcPct val="112500"/>
              </a:lnSpc>
              <a:spcBef>
                <a:spcPts val="0"/>
              </a:spcBef>
              <a:spcAft>
                <a:spcPts val="0"/>
              </a:spcAft>
              <a:buClr>
                <a:srgbClr val="000000"/>
              </a:buClr>
              <a:buSzPts val="2000"/>
              <a:buFont typeface="Arial"/>
              <a:buNone/>
            </a:pPr>
            <a:r>
              <a:rPr b="0" i="0" lang="en-US" sz="2200" u="none" cap="none" strike="noStrike">
                <a:solidFill>
                  <a:srgbClr val="000000"/>
                </a:solidFill>
                <a:latin typeface="Times New Roman"/>
                <a:ea typeface="Times New Roman"/>
                <a:cs typeface="Times New Roman"/>
                <a:sym typeface="Times New Roman"/>
              </a:rPr>
              <a:t>Install Styled Components + responsive.js for mobile-first breakpoints</a:t>
            </a:r>
            <a:endParaRPr b="0" i="0" sz="2200" u="none" cap="none" strike="noStrike">
              <a:solidFill>
                <a:srgbClr val="000000"/>
              </a:solidFill>
              <a:latin typeface="Times New Roman"/>
              <a:ea typeface="Times New Roman"/>
              <a:cs typeface="Times New Roman"/>
              <a:sym typeface="Times New Roman"/>
            </a:endParaRPr>
          </a:p>
        </p:txBody>
      </p:sp>
      <p:sp>
        <p:nvSpPr>
          <p:cNvPr id="134" name="Google Shape;134;p26"/>
          <p:cNvSpPr/>
          <p:nvPr/>
        </p:nvSpPr>
        <p:spPr>
          <a:xfrm>
            <a:off x="508104" y="4397300"/>
            <a:ext cx="6957300" cy="283500"/>
          </a:xfrm>
          <a:prstGeom prst="rect">
            <a:avLst/>
          </a:prstGeom>
          <a:noFill/>
          <a:ln>
            <a:noFill/>
          </a:ln>
        </p:spPr>
        <p:txBody>
          <a:bodyPr anchorCtr="0" anchor="t" bIns="0" lIns="0" spcFirstLastPara="1" rIns="0" wrap="square" tIns="0">
            <a:noAutofit/>
          </a:bodyPr>
          <a:lstStyle/>
          <a:p>
            <a:pPr indent="0" lvl="0" marL="0" marR="0" rtl="0" algn="l">
              <a:lnSpc>
                <a:spcPct val="91666"/>
              </a:lnSpc>
              <a:spcBef>
                <a:spcPts val="0"/>
              </a:spcBef>
              <a:spcAft>
                <a:spcPts val="0"/>
              </a:spcAft>
              <a:buClr>
                <a:srgbClr val="000000"/>
              </a:buClr>
              <a:buSzPts val="2400"/>
              <a:buFont typeface="Arial"/>
              <a:buNone/>
            </a:pPr>
            <a:r>
              <a:rPr b="1" i="0" lang="en-US" sz="2400" u="none" cap="none" strike="noStrike">
                <a:solidFill>
                  <a:srgbClr val="000000"/>
                </a:solidFill>
                <a:latin typeface="Times New Roman"/>
                <a:ea typeface="Times New Roman"/>
                <a:cs typeface="Times New Roman"/>
                <a:sym typeface="Times New Roman"/>
              </a:rPr>
              <a:t>Connect to Backend &amp; Socket</a:t>
            </a:r>
            <a:endParaRPr b="0" i="0" sz="2400" u="none" cap="none" strike="noStrike">
              <a:solidFill>
                <a:srgbClr val="000000"/>
              </a:solidFill>
              <a:latin typeface="Times New Roman"/>
              <a:ea typeface="Times New Roman"/>
              <a:cs typeface="Times New Roman"/>
              <a:sym typeface="Times New Roman"/>
            </a:endParaRPr>
          </a:p>
        </p:txBody>
      </p:sp>
      <p:sp>
        <p:nvSpPr>
          <p:cNvPr id="135" name="Google Shape;135;p26"/>
          <p:cNvSpPr/>
          <p:nvPr/>
        </p:nvSpPr>
        <p:spPr>
          <a:xfrm>
            <a:off x="562575" y="4922625"/>
            <a:ext cx="7935900" cy="290400"/>
          </a:xfrm>
          <a:prstGeom prst="rect">
            <a:avLst/>
          </a:prstGeom>
          <a:noFill/>
          <a:ln>
            <a:noFill/>
          </a:ln>
        </p:spPr>
        <p:txBody>
          <a:bodyPr anchorCtr="0" anchor="t" bIns="0" lIns="0" spcFirstLastPara="1" rIns="0" wrap="square" tIns="0">
            <a:noAutofit/>
          </a:bodyPr>
          <a:lstStyle/>
          <a:p>
            <a:pPr indent="0" lvl="0" marL="0" marR="0" rtl="0" algn="l">
              <a:lnSpc>
                <a:spcPct val="93750"/>
              </a:lnSpc>
              <a:spcBef>
                <a:spcPts val="0"/>
              </a:spcBef>
              <a:spcAft>
                <a:spcPts val="0"/>
              </a:spcAft>
              <a:buClr>
                <a:srgbClr val="000000"/>
              </a:buClr>
              <a:buSzPts val="2400"/>
              <a:buFont typeface="Arial"/>
              <a:buNone/>
            </a:pPr>
            <a:r>
              <a:rPr b="0" i="0" lang="en-US" sz="2300" u="none" cap="none" strike="noStrike">
                <a:solidFill>
                  <a:srgbClr val="000000"/>
                </a:solidFill>
                <a:latin typeface="Times New Roman"/>
                <a:ea typeface="Times New Roman"/>
                <a:cs typeface="Times New Roman"/>
                <a:sym typeface="Times New Roman"/>
              </a:rPr>
              <a:t>React Router for navigation; Axios for API calls; Socket.io-client for chat</a:t>
            </a:r>
            <a:endParaRPr b="0" i="0" sz="2300" u="none" cap="none" strike="noStrike">
              <a:solidFill>
                <a:srgbClr val="000000"/>
              </a:solidFill>
              <a:latin typeface="Times New Roman"/>
              <a:ea typeface="Times New Roman"/>
              <a:cs typeface="Times New Roman"/>
              <a:sym typeface="Times New Roman"/>
            </a:endParaRPr>
          </a:p>
        </p:txBody>
      </p:sp>
      <p:sp>
        <p:nvSpPr>
          <p:cNvPr id="136" name="Google Shape;136;p26"/>
          <p:cNvSpPr/>
          <p:nvPr/>
        </p:nvSpPr>
        <p:spPr>
          <a:xfrm>
            <a:off x="562565" y="5764292"/>
            <a:ext cx="7556400" cy="1451400"/>
          </a:xfrm>
          <a:prstGeom prst="rect">
            <a:avLst/>
          </a:prstGeom>
          <a:noFill/>
          <a:ln>
            <a:noFill/>
          </a:ln>
        </p:spPr>
        <p:txBody>
          <a:bodyPr anchorCtr="0" anchor="t" bIns="0" lIns="0" spcFirstLastPara="1" rIns="0" wrap="square" tIns="0">
            <a:noAutofit/>
          </a:bodyPr>
          <a:lstStyle/>
          <a:p>
            <a:pPr indent="0" lvl="0" marL="0" marR="0" rtl="0" algn="just">
              <a:lnSpc>
                <a:spcPct val="112500"/>
              </a:lnSpc>
              <a:spcBef>
                <a:spcPts val="0"/>
              </a:spcBef>
              <a:spcAft>
                <a:spcPts val="0"/>
              </a:spcAft>
              <a:buClr>
                <a:srgbClr val="000000"/>
              </a:buClr>
              <a:buSzPts val="2000"/>
              <a:buFont typeface="Arial"/>
              <a:buNone/>
            </a:pPr>
            <a:r>
              <a:rPr b="0" i="0" lang="en-US" sz="2000" u="none" cap="none" strike="noStrike">
                <a:solidFill>
                  <a:srgbClr val="000000"/>
                </a:solidFill>
                <a:latin typeface="Times New Roman"/>
                <a:ea typeface="Times New Roman"/>
                <a:cs typeface="Times New Roman"/>
                <a:sym typeface="Times New Roman"/>
              </a:rPr>
              <a:t>T</a:t>
            </a:r>
            <a:r>
              <a:rPr b="0" i="0" lang="en-US" sz="2100" u="none" cap="none" strike="noStrike">
                <a:solidFill>
                  <a:srgbClr val="000000"/>
                </a:solidFill>
                <a:latin typeface="Times New Roman"/>
                <a:ea typeface="Times New Roman"/>
                <a:cs typeface="Times New Roman"/>
                <a:sym typeface="Times New Roman"/>
              </a:rPr>
              <a:t>he NoteChat frontend is structured around user-centric flows. Pages handle distinct routes: Home (note feed), Messenger (real-time chat), Profile (user notes and social stats), and Register/Login (auth). Components are modular and reusable. Axios handles all REST API calls to the Express backend, while the Socket.io client connects to the standalone socket server for instant message delivery.</a:t>
            </a:r>
            <a:endParaRPr b="0" i="0" sz="2100" u="none" cap="none" strike="noStrike">
              <a:solidFill>
                <a:srgbClr val="000000"/>
              </a:solidFill>
              <a:latin typeface="Times New Roman"/>
              <a:ea typeface="Times New Roman"/>
              <a:cs typeface="Times New Roman"/>
              <a:sym typeface="Times New Roman"/>
            </a:endParaRPr>
          </a:p>
        </p:txBody>
      </p:sp>
      <p:sp>
        <p:nvSpPr>
          <p:cNvPr id="137" name="Google Shape;137;p26"/>
          <p:cNvSpPr txBox="1"/>
          <p:nvPr/>
        </p:nvSpPr>
        <p:spPr>
          <a:xfrm>
            <a:off x="5325745" y="1625600"/>
            <a:ext cx="4876800" cy="30670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42" name="Shape 142"/>
        <p:cNvGrpSpPr/>
        <p:nvPr/>
      </p:nvGrpSpPr>
      <p:grpSpPr>
        <a:xfrm>
          <a:off x="0" y="0"/>
          <a:ext cx="0" cy="0"/>
          <a:chOff x="0" y="0"/>
          <a:chExt cx="0" cy="0"/>
        </a:xfrm>
      </p:grpSpPr>
      <p:sp>
        <p:nvSpPr>
          <p:cNvPr id="143" name="Google Shape;143;p27"/>
          <p:cNvSpPr/>
          <p:nvPr/>
        </p:nvSpPr>
        <p:spPr>
          <a:xfrm>
            <a:off x="352356" y="241152"/>
            <a:ext cx="8098036" cy="708779"/>
          </a:xfrm>
          <a:prstGeom prst="rect">
            <a:avLst/>
          </a:prstGeom>
          <a:noFill/>
          <a:ln>
            <a:noFill/>
          </a:ln>
        </p:spPr>
        <p:txBody>
          <a:bodyPr anchorCtr="0" anchor="t" bIns="0" lIns="0" spcFirstLastPara="1" rIns="0" wrap="square" tIns="0">
            <a:noAutofit/>
          </a:bodyPr>
          <a:lstStyle/>
          <a:p>
            <a:pPr indent="0" lvl="0" marL="0" marR="0" rtl="0" algn="l">
              <a:lnSpc>
                <a:spcPct val="124719"/>
              </a:lnSpc>
              <a:spcBef>
                <a:spcPts val="0"/>
              </a:spcBef>
              <a:spcAft>
                <a:spcPts val="0"/>
              </a:spcAft>
              <a:buClr>
                <a:srgbClr val="000000"/>
              </a:buClr>
              <a:buSzPts val="4450"/>
              <a:buFont typeface="Arial"/>
              <a:buNone/>
            </a:pPr>
            <a:r>
              <a:rPr b="1" i="0" lang="en-US" sz="4450" u="none" cap="none" strike="noStrike">
                <a:solidFill>
                  <a:srgbClr val="000000"/>
                </a:solidFill>
                <a:latin typeface="Times New Roman"/>
                <a:ea typeface="Times New Roman"/>
                <a:cs typeface="Times New Roman"/>
                <a:sym typeface="Times New Roman"/>
              </a:rPr>
              <a:t>Building the Node.js Backend</a:t>
            </a:r>
            <a:endParaRPr b="0" i="0" sz="4450" u="none" cap="none" strike="noStrike">
              <a:solidFill>
                <a:srgbClr val="000000"/>
              </a:solidFill>
              <a:latin typeface="Times New Roman"/>
              <a:ea typeface="Times New Roman"/>
              <a:cs typeface="Times New Roman"/>
              <a:sym typeface="Times New Roman"/>
            </a:endParaRPr>
          </a:p>
        </p:txBody>
      </p:sp>
      <p:sp>
        <p:nvSpPr>
          <p:cNvPr id="144" name="Google Shape;144;p27"/>
          <p:cNvSpPr/>
          <p:nvPr/>
        </p:nvSpPr>
        <p:spPr>
          <a:xfrm>
            <a:off x="652575" y="1283811"/>
            <a:ext cx="4120800" cy="226800"/>
          </a:xfrm>
          <a:prstGeom prst="roundRect">
            <a:avLst>
              <a:gd fmla="val 42003" name="adj"/>
            </a:avLst>
          </a:prstGeom>
          <a:solidFill>
            <a:srgbClr val="110080"/>
          </a:solidFill>
          <a:ln cap="flat" cmpd="sng" w="9525">
            <a:solidFill>
              <a:srgbClr val="2A1999"/>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45" name="Google Shape;145;p27"/>
          <p:cNvSpPr/>
          <p:nvPr/>
        </p:nvSpPr>
        <p:spPr>
          <a:xfrm>
            <a:off x="1173665" y="1731182"/>
            <a:ext cx="3078600" cy="354300"/>
          </a:xfrm>
          <a:prstGeom prst="rect">
            <a:avLst/>
          </a:prstGeom>
          <a:noFill/>
          <a:ln>
            <a:noFill/>
          </a:ln>
        </p:spPr>
        <p:txBody>
          <a:bodyPr anchorCtr="0" anchor="t" bIns="0" lIns="0" spcFirstLastPara="1" rIns="0" wrap="square" tIns="0">
            <a:noAutofit/>
          </a:bodyPr>
          <a:lstStyle/>
          <a:p>
            <a:pPr indent="0" lvl="0" marL="0" marR="0" rtl="0" algn="l">
              <a:lnSpc>
                <a:spcPct val="114583"/>
              </a:lnSpc>
              <a:spcBef>
                <a:spcPts val="0"/>
              </a:spcBef>
              <a:spcAft>
                <a:spcPts val="0"/>
              </a:spcAft>
              <a:buClr>
                <a:srgbClr val="000000"/>
              </a:buClr>
              <a:buSzPts val="2400"/>
              <a:buFont typeface="Arial"/>
              <a:buNone/>
            </a:pPr>
            <a:r>
              <a:rPr b="1" i="0" lang="en-US" sz="2400" u="none" cap="none" strike="noStrike">
                <a:solidFill>
                  <a:srgbClr val="000000"/>
                </a:solidFill>
                <a:latin typeface="Times New Roman"/>
                <a:ea typeface="Times New Roman"/>
                <a:cs typeface="Times New Roman"/>
                <a:sym typeface="Times New Roman"/>
              </a:rPr>
              <a:t>Set Up Express Server</a:t>
            </a:r>
            <a:endParaRPr b="0" i="0" sz="2400" u="none" cap="none" strike="noStrike">
              <a:solidFill>
                <a:srgbClr val="000000"/>
              </a:solidFill>
              <a:latin typeface="Times New Roman"/>
              <a:ea typeface="Times New Roman"/>
              <a:cs typeface="Times New Roman"/>
              <a:sym typeface="Times New Roman"/>
            </a:endParaRPr>
          </a:p>
        </p:txBody>
      </p:sp>
      <p:sp>
        <p:nvSpPr>
          <p:cNvPr id="146" name="Google Shape;146;p27"/>
          <p:cNvSpPr/>
          <p:nvPr/>
        </p:nvSpPr>
        <p:spPr>
          <a:xfrm>
            <a:off x="746775" y="2306040"/>
            <a:ext cx="4120800" cy="2177400"/>
          </a:xfrm>
          <a:prstGeom prst="rect">
            <a:avLst/>
          </a:prstGeom>
          <a:noFill/>
          <a:ln>
            <a:noFill/>
          </a:ln>
        </p:spPr>
        <p:txBody>
          <a:bodyPr anchorCtr="0" anchor="t" bIns="0" lIns="0" spcFirstLastPara="1" rIns="0" wrap="square" tIns="0">
            <a:noAutofit/>
          </a:bodyPr>
          <a:lstStyle/>
          <a:p>
            <a:pPr indent="0" lvl="0" marL="0" marR="0" rtl="0" algn="l">
              <a:lnSpc>
                <a:spcPct val="142500"/>
              </a:lnSpc>
              <a:spcBef>
                <a:spcPts val="0"/>
              </a:spcBef>
              <a:spcAft>
                <a:spcPts val="0"/>
              </a:spcAft>
              <a:buClr>
                <a:srgbClr val="000000"/>
              </a:buClr>
              <a:buSzPts val="2000"/>
              <a:buFont typeface="Arial"/>
              <a:buNone/>
            </a:pPr>
            <a:r>
              <a:rPr b="0" i="0" lang="en-US" sz="2200" u="none" cap="none" strike="noStrike">
                <a:solidFill>
                  <a:srgbClr val="000000"/>
                </a:solidFill>
                <a:latin typeface="Times New Roman"/>
                <a:ea typeface="Times New Roman"/>
                <a:cs typeface="Times New Roman"/>
                <a:sym typeface="Times New Roman"/>
              </a:rPr>
              <a:t>Initialize Node.js with Express.js. Configure CORS (all origins), JSON body parser, Helmet for security headers, Morgan for HTTP logging, and dotenv for PORT and MongoDB URL environment variables.</a:t>
            </a:r>
            <a:endParaRPr b="0" i="0" sz="2200" u="none" cap="none" strike="noStrike">
              <a:solidFill>
                <a:srgbClr val="000000"/>
              </a:solidFill>
              <a:latin typeface="Times New Roman"/>
              <a:ea typeface="Times New Roman"/>
              <a:cs typeface="Times New Roman"/>
              <a:sym typeface="Times New Roman"/>
            </a:endParaRPr>
          </a:p>
        </p:txBody>
      </p:sp>
      <p:sp>
        <p:nvSpPr>
          <p:cNvPr id="147" name="Google Shape;147;p27"/>
          <p:cNvSpPr/>
          <p:nvPr/>
        </p:nvSpPr>
        <p:spPr>
          <a:xfrm>
            <a:off x="5231204" y="1283791"/>
            <a:ext cx="4120800" cy="226800"/>
          </a:xfrm>
          <a:prstGeom prst="roundRect">
            <a:avLst>
              <a:gd fmla="val 42003" name="adj"/>
            </a:avLst>
          </a:prstGeom>
          <a:solidFill>
            <a:srgbClr val="110080"/>
          </a:solidFill>
          <a:ln cap="flat" cmpd="sng" w="9525">
            <a:solidFill>
              <a:srgbClr val="2A1999"/>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48" name="Google Shape;148;p27"/>
          <p:cNvSpPr/>
          <p:nvPr/>
        </p:nvSpPr>
        <p:spPr>
          <a:xfrm>
            <a:off x="5442254" y="1731186"/>
            <a:ext cx="3698700" cy="354300"/>
          </a:xfrm>
          <a:prstGeom prst="rect">
            <a:avLst/>
          </a:prstGeom>
          <a:noFill/>
          <a:ln>
            <a:noFill/>
          </a:ln>
        </p:spPr>
        <p:txBody>
          <a:bodyPr anchorCtr="0" anchor="t" bIns="0" lIns="0" spcFirstLastPara="1" rIns="0" wrap="square" tIns="0">
            <a:noAutofit/>
          </a:bodyPr>
          <a:lstStyle/>
          <a:p>
            <a:pPr indent="0" lvl="0" marL="0" marR="0" rtl="0" algn="l">
              <a:lnSpc>
                <a:spcPct val="114583"/>
              </a:lnSpc>
              <a:spcBef>
                <a:spcPts val="0"/>
              </a:spcBef>
              <a:spcAft>
                <a:spcPts val="0"/>
              </a:spcAft>
              <a:buClr>
                <a:srgbClr val="000000"/>
              </a:buClr>
              <a:buSzPts val="2400"/>
              <a:buFont typeface="Arial"/>
              <a:buNone/>
            </a:pPr>
            <a:r>
              <a:rPr b="1" i="0" lang="en-US" sz="2400" u="none" cap="none" strike="noStrike">
                <a:solidFill>
                  <a:srgbClr val="000000"/>
                </a:solidFill>
                <a:latin typeface="Times New Roman"/>
                <a:ea typeface="Times New Roman"/>
                <a:cs typeface="Times New Roman"/>
                <a:sym typeface="Times New Roman"/>
              </a:rPr>
              <a:t>Design RESTful API Routes</a:t>
            </a:r>
            <a:endParaRPr b="0" i="0" sz="2400" u="none" cap="none" strike="noStrike">
              <a:solidFill>
                <a:srgbClr val="000000"/>
              </a:solidFill>
              <a:latin typeface="Times New Roman"/>
              <a:ea typeface="Times New Roman"/>
              <a:cs typeface="Times New Roman"/>
              <a:sym typeface="Times New Roman"/>
            </a:endParaRPr>
          </a:p>
        </p:txBody>
      </p:sp>
      <p:sp>
        <p:nvSpPr>
          <p:cNvPr id="149" name="Google Shape;149;p27"/>
          <p:cNvSpPr/>
          <p:nvPr/>
        </p:nvSpPr>
        <p:spPr>
          <a:xfrm>
            <a:off x="5231234" y="2306045"/>
            <a:ext cx="4120800" cy="2540400"/>
          </a:xfrm>
          <a:prstGeom prst="rect">
            <a:avLst/>
          </a:prstGeom>
          <a:noFill/>
          <a:ln>
            <a:noFill/>
          </a:ln>
        </p:spPr>
        <p:txBody>
          <a:bodyPr anchorCtr="0" anchor="t" bIns="0" lIns="0" spcFirstLastPara="1" rIns="0" wrap="square" tIns="0">
            <a:noAutofit/>
          </a:bodyPr>
          <a:lstStyle/>
          <a:p>
            <a:pPr indent="0" lvl="0" marL="0" marR="0" rtl="0" algn="l">
              <a:lnSpc>
                <a:spcPct val="142500"/>
              </a:lnSpc>
              <a:spcBef>
                <a:spcPts val="0"/>
              </a:spcBef>
              <a:spcAft>
                <a:spcPts val="0"/>
              </a:spcAft>
              <a:buClr>
                <a:srgbClr val="000000"/>
              </a:buClr>
              <a:buSzPts val="2000"/>
              <a:buFont typeface="Arial"/>
              <a:buNone/>
            </a:pPr>
            <a:r>
              <a:rPr b="0" i="0" lang="en-US" sz="2200" u="none" cap="none" strike="noStrike">
                <a:solidFill>
                  <a:srgbClr val="000000"/>
                </a:solidFill>
                <a:latin typeface="Times New Roman"/>
                <a:ea typeface="Times New Roman"/>
                <a:cs typeface="Times New Roman"/>
                <a:sym typeface="Times New Roman"/>
              </a:rPr>
              <a:t>Six route modules: /api/auth (register, login), /api/users (profile, follow/unfollow), /api/notes (upload, fetch, like), /api/comments (create, get), /api/conversations, and /api/messages. Multer handles note and avatar file uploads to /public/images.</a:t>
            </a:r>
            <a:endParaRPr b="0" i="0" sz="2200" u="none" cap="none" strike="noStrike">
              <a:solidFill>
                <a:srgbClr val="000000"/>
              </a:solidFill>
              <a:latin typeface="Times New Roman"/>
              <a:ea typeface="Times New Roman"/>
              <a:cs typeface="Times New Roman"/>
              <a:sym typeface="Times New Roman"/>
            </a:endParaRPr>
          </a:p>
        </p:txBody>
      </p:sp>
      <p:sp>
        <p:nvSpPr>
          <p:cNvPr id="150" name="Google Shape;150;p27"/>
          <p:cNvSpPr/>
          <p:nvPr/>
        </p:nvSpPr>
        <p:spPr>
          <a:xfrm>
            <a:off x="9573863" y="1283789"/>
            <a:ext cx="4120800" cy="226800"/>
          </a:xfrm>
          <a:prstGeom prst="roundRect">
            <a:avLst>
              <a:gd fmla="val 42003" name="adj"/>
            </a:avLst>
          </a:prstGeom>
          <a:solidFill>
            <a:srgbClr val="110080"/>
          </a:solidFill>
          <a:ln cap="flat" cmpd="sng" w="9525">
            <a:solidFill>
              <a:srgbClr val="2A1999"/>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51" name="Google Shape;151;p27"/>
          <p:cNvSpPr/>
          <p:nvPr/>
        </p:nvSpPr>
        <p:spPr>
          <a:xfrm>
            <a:off x="9836013" y="1731178"/>
            <a:ext cx="3596400" cy="354300"/>
          </a:xfrm>
          <a:prstGeom prst="rect">
            <a:avLst/>
          </a:prstGeom>
          <a:noFill/>
          <a:ln>
            <a:noFill/>
          </a:ln>
        </p:spPr>
        <p:txBody>
          <a:bodyPr anchorCtr="0" anchor="t" bIns="0" lIns="0" spcFirstLastPara="1" rIns="0" wrap="square" tIns="0">
            <a:noAutofit/>
          </a:bodyPr>
          <a:lstStyle/>
          <a:p>
            <a:pPr indent="0" lvl="0" marL="0" marR="0" rtl="0" algn="l">
              <a:lnSpc>
                <a:spcPct val="114583"/>
              </a:lnSpc>
              <a:spcBef>
                <a:spcPts val="0"/>
              </a:spcBef>
              <a:spcAft>
                <a:spcPts val="0"/>
              </a:spcAft>
              <a:buClr>
                <a:srgbClr val="000000"/>
              </a:buClr>
              <a:buSzPts val="2400"/>
              <a:buFont typeface="Arial"/>
              <a:buNone/>
            </a:pPr>
            <a:r>
              <a:rPr b="1" i="0" lang="en-US" sz="2400" u="none" cap="none" strike="noStrike">
                <a:solidFill>
                  <a:srgbClr val="000000"/>
                </a:solidFill>
                <a:latin typeface="Times New Roman"/>
                <a:ea typeface="Times New Roman"/>
                <a:cs typeface="Times New Roman"/>
                <a:sym typeface="Times New Roman"/>
              </a:rPr>
              <a:t>Implement Authentication</a:t>
            </a:r>
            <a:endParaRPr b="0" i="0" sz="2400" u="none" cap="none" strike="noStrike">
              <a:solidFill>
                <a:srgbClr val="000000"/>
              </a:solidFill>
              <a:latin typeface="Times New Roman"/>
              <a:ea typeface="Times New Roman"/>
              <a:cs typeface="Times New Roman"/>
              <a:sym typeface="Times New Roman"/>
            </a:endParaRPr>
          </a:p>
        </p:txBody>
      </p:sp>
      <p:sp>
        <p:nvSpPr>
          <p:cNvPr id="152" name="Google Shape;152;p27"/>
          <p:cNvSpPr/>
          <p:nvPr/>
        </p:nvSpPr>
        <p:spPr>
          <a:xfrm>
            <a:off x="9715678" y="2442800"/>
            <a:ext cx="4914600" cy="937800"/>
          </a:xfrm>
          <a:prstGeom prst="rect">
            <a:avLst/>
          </a:prstGeom>
          <a:noFill/>
          <a:ln>
            <a:noFill/>
          </a:ln>
        </p:spPr>
        <p:txBody>
          <a:bodyPr anchorCtr="0" anchor="t" bIns="0" lIns="0" spcFirstLastPara="1" rIns="0" wrap="square" tIns="0">
            <a:noAutofit/>
          </a:bodyPr>
          <a:lstStyle/>
          <a:p>
            <a:pPr indent="0" lvl="0" marL="0" marR="0" rtl="0" algn="l">
              <a:lnSpc>
                <a:spcPct val="142500"/>
              </a:lnSpc>
              <a:spcBef>
                <a:spcPts val="0"/>
              </a:spcBef>
              <a:spcAft>
                <a:spcPts val="0"/>
              </a:spcAft>
              <a:buNone/>
            </a:pPr>
            <a:r>
              <a:rPr b="0" i="0" lang="en-US" sz="2100" u="none" cap="none" strike="noStrike">
                <a:solidFill>
                  <a:srgbClr val="000000"/>
                </a:solidFill>
                <a:latin typeface="Arial"/>
                <a:ea typeface="Arial"/>
                <a:cs typeface="Arial"/>
                <a:sym typeface="Arial"/>
              </a:rPr>
              <a:t>Authentication uses </a:t>
            </a:r>
            <a:r>
              <a:rPr b="1" i="0" lang="en-US" sz="2100" u="none" cap="none" strike="noStrike">
                <a:solidFill>
                  <a:srgbClr val="000000"/>
                </a:solidFill>
                <a:latin typeface="Arial"/>
                <a:ea typeface="Arial"/>
                <a:cs typeface="Arial"/>
                <a:sym typeface="Arial"/>
              </a:rPr>
              <a:t>bcrypt</a:t>
            </a:r>
            <a:r>
              <a:rPr b="0" i="0" lang="en-US" sz="2100" u="none" cap="none" strike="noStrike">
                <a:solidFill>
                  <a:srgbClr val="000000"/>
                </a:solidFill>
                <a:latin typeface="Arial"/>
                <a:ea typeface="Arial"/>
                <a:cs typeface="Arial"/>
                <a:sym typeface="Arial"/>
              </a:rPr>
              <a:t> for password hashing. Registration generates a salt (rounds=10) and hashes the password before saving to MongoDB. Login uses bcrypt.compare() to validate credentials. The sessionId header is used by protected routes for authorization.</a:t>
            </a:r>
            <a:endParaRPr b="0" i="0" sz="2100" u="none" cap="none" strike="noStrike">
              <a:solidFill>
                <a:srgbClr val="000000"/>
              </a:solidFill>
              <a:latin typeface="Times New Roman"/>
              <a:ea typeface="Times New Roman"/>
              <a:cs typeface="Times New Roman"/>
              <a:sym typeface="Times New Roman"/>
            </a:endParaRPr>
          </a:p>
        </p:txBody>
      </p:sp>
      <p:sp>
        <p:nvSpPr>
          <p:cNvPr id="153" name="Google Shape;153;p27"/>
          <p:cNvSpPr/>
          <p:nvPr/>
        </p:nvSpPr>
        <p:spPr>
          <a:xfrm>
            <a:off x="793790" y="6429613"/>
            <a:ext cx="13042821" cy="725805"/>
          </a:xfrm>
          <a:prstGeom prst="rect">
            <a:avLst/>
          </a:prstGeom>
          <a:noFill/>
          <a:ln>
            <a:noFill/>
          </a:ln>
        </p:spPr>
        <p:txBody>
          <a:bodyPr anchorCtr="0" anchor="t" bIns="0" lIns="0" spcFirstLastPara="1" rIns="0" wrap="square" tIns="0">
            <a:noAutofit/>
          </a:bodyPr>
          <a:lstStyle/>
          <a:p>
            <a:pPr indent="0" lvl="0" marL="0" marR="0" rtl="0" algn="l">
              <a:lnSpc>
                <a:spcPct val="142500"/>
              </a:lnSpc>
              <a:spcBef>
                <a:spcPts val="0"/>
              </a:spcBef>
              <a:spcAft>
                <a:spcPts val="0"/>
              </a:spcAft>
              <a:buClr>
                <a:srgbClr val="000000"/>
              </a:buClr>
              <a:buSzPts val="2000"/>
              <a:buFont typeface="Arial"/>
              <a:buNone/>
            </a:pPr>
            <a:r>
              <a:rPr b="0" i="0" lang="en-US" sz="2100" u="none" cap="none" strike="noStrike">
                <a:solidFill>
                  <a:srgbClr val="000000"/>
                </a:solidFill>
                <a:latin typeface="Times New Roman"/>
                <a:ea typeface="Times New Roman"/>
                <a:cs typeface="Times New Roman"/>
                <a:sym typeface="Times New Roman"/>
              </a:rPr>
              <a:t>The NoteChat backend serves all data operations for the React frontend. It is organized by resource: models define Mongoose schemas (User, Note, Comment, Conversation, Message), while route files handle the HTTP logic for each resource. This clean separation ensures maintainability and easy extensibility.</a:t>
            </a:r>
            <a:endParaRPr b="0" i="0" sz="2100" u="none" cap="none" strike="noStrike">
              <a:solidFill>
                <a:srgbClr val="000000"/>
              </a:solidFill>
              <a:latin typeface="Times New Roman"/>
              <a:ea typeface="Times New Roman"/>
              <a:cs typeface="Times New Roman"/>
              <a:sym typeface="Times New Roman"/>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58" name="Shape 158"/>
        <p:cNvGrpSpPr/>
        <p:nvPr/>
      </p:nvGrpSpPr>
      <p:grpSpPr>
        <a:xfrm>
          <a:off x="0" y="0"/>
          <a:ext cx="0" cy="0"/>
          <a:chOff x="0" y="0"/>
          <a:chExt cx="0" cy="0"/>
        </a:xfrm>
      </p:grpSpPr>
      <p:sp>
        <p:nvSpPr>
          <p:cNvPr id="159" name="Google Shape;159;p28"/>
          <p:cNvSpPr/>
          <p:nvPr/>
        </p:nvSpPr>
        <p:spPr>
          <a:xfrm>
            <a:off x="531031" y="189794"/>
            <a:ext cx="8547140" cy="637937"/>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000000"/>
              </a:buClr>
              <a:buSzPts val="4000"/>
              <a:buFont typeface="Arial"/>
              <a:buNone/>
            </a:pPr>
            <a:r>
              <a:rPr b="1" i="0" lang="en-US" sz="4000" u="none" cap="none" strike="noStrike">
                <a:solidFill>
                  <a:srgbClr val="000000"/>
                </a:solidFill>
                <a:latin typeface="Times New Roman"/>
                <a:ea typeface="Times New Roman"/>
                <a:cs typeface="Times New Roman"/>
                <a:sym typeface="Times New Roman"/>
              </a:rPr>
              <a:t>Implementing User Authentication</a:t>
            </a:r>
            <a:endParaRPr b="0" i="0" sz="4000" u="none" cap="none" strike="noStrike">
              <a:solidFill>
                <a:srgbClr val="000000"/>
              </a:solidFill>
              <a:latin typeface="Times New Roman"/>
              <a:ea typeface="Times New Roman"/>
              <a:cs typeface="Times New Roman"/>
              <a:sym typeface="Times New Roman"/>
            </a:endParaRPr>
          </a:p>
        </p:txBody>
      </p:sp>
      <p:sp>
        <p:nvSpPr>
          <p:cNvPr id="160" name="Google Shape;160;p28"/>
          <p:cNvSpPr/>
          <p:nvPr/>
        </p:nvSpPr>
        <p:spPr>
          <a:xfrm>
            <a:off x="2403158" y="2267188"/>
            <a:ext cx="2551748" cy="318849"/>
          </a:xfrm>
          <a:prstGeom prst="rect">
            <a:avLst/>
          </a:prstGeom>
          <a:noFill/>
          <a:ln>
            <a:noFill/>
          </a:ln>
        </p:spPr>
        <p:txBody>
          <a:bodyPr anchorCtr="0" anchor="t" bIns="0" lIns="0" spcFirstLastPara="1" rIns="0" wrap="square" tIns="0">
            <a:noAutofit/>
          </a:bodyPr>
          <a:lstStyle/>
          <a:p>
            <a:pPr indent="0" lvl="0" marL="0" marR="0" rtl="0" algn="r">
              <a:lnSpc>
                <a:spcPct val="125000"/>
              </a:lnSpc>
              <a:spcBef>
                <a:spcPts val="0"/>
              </a:spcBef>
              <a:spcAft>
                <a:spcPts val="0"/>
              </a:spcAft>
              <a:buClr>
                <a:srgbClr val="000000"/>
              </a:buClr>
              <a:buSzPts val="2000"/>
              <a:buFont typeface="Arial"/>
              <a:buNone/>
            </a:pPr>
            <a:r>
              <a:rPr b="1" i="0" lang="en-US" sz="2000" u="none" cap="none" strike="noStrike">
                <a:solidFill>
                  <a:srgbClr val="000000"/>
                </a:solidFill>
                <a:latin typeface="Times New Roman"/>
                <a:ea typeface="Times New Roman"/>
                <a:cs typeface="Times New Roman"/>
                <a:sym typeface="Times New Roman"/>
              </a:rPr>
              <a:t>Registration</a:t>
            </a:r>
            <a:endParaRPr/>
          </a:p>
        </p:txBody>
      </p:sp>
      <p:sp>
        <p:nvSpPr>
          <p:cNvPr id="161" name="Google Shape;161;p28"/>
          <p:cNvSpPr/>
          <p:nvPr/>
        </p:nvSpPr>
        <p:spPr>
          <a:xfrm>
            <a:off x="793790" y="2708434"/>
            <a:ext cx="4161115" cy="326708"/>
          </a:xfrm>
          <a:prstGeom prst="rect">
            <a:avLst/>
          </a:prstGeom>
          <a:noFill/>
          <a:ln>
            <a:noFill/>
          </a:ln>
        </p:spPr>
        <p:txBody>
          <a:bodyPr anchorCtr="0" anchor="t" bIns="0" lIns="0" spcFirstLastPara="1" rIns="0" wrap="square" tIns="0">
            <a:noAutofit/>
          </a:bodyPr>
          <a:lstStyle/>
          <a:p>
            <a:pPr indent="0" lvl="0" marL="0" marR="0" rtl="0" algn="r">
              <a:lnSpc>
                <a:spcPct val="127500"/>
              </a:lnSpc>
              <a:spcBef>
                <a:spcPts val="0"/>
              </a:spcBef>
              <a:spcAft>
                <a:spcPts val="0"/>
              </a:spcAft>
              <a:buClr>
                <a:srgbClr val="000000"/>
              </a:buClr>
              <a:buSzPts val="2000"/>
              <a:buFont typeface="Arial"/>
              <a:buNone/>
            </a:pPr>
            <a:r>
              <a:rPr b="0" i="0" lang="en-US" sz="2000" u="none" cap="none" strike="noStrike">
                <a:solidFill>
                  <a:srgbClr val="000000"/>
                </a:solidFill>
                <a:latin typeface="Times New Roman"/>
                <a:ea typeface="Times New Roman"/>
                <a:cs typeface="Times New Roman"/>
                <a:sym typeface="Times New Roman"/>
              </a:rPr>
              <a:t>bcrypt hashes password; saves to MongoDB</a:t>
            </a:r>
            <a:endParaRPr b="0" i="0" sz="2000" u="none" cap="none" strike="noStrike">
              <a:solidFill>
                <a:srgbClr val="000000"/>
              </a:solidFill>
              <a:latin typeface="Times New Roman"/>
              <a:ea typeface="Times New Roman"/>
              <a:cs typeface="Times New Roman"/>
              <a:sym typeface="Times New Roman"/>
            </a:endParaRPr>
          </a:p>
        </p:txBody>
      </p:sp>
      <p:pic>
        <p:nvPicPr>
          <p:cNvPr descr="preencoded.png" id="162" name="Google Shape;162;p28"/>
          <p:cNvPicPr preferRelativeResize="0"/>
          <p:nvPr/>
        </p:nvPicPr>
        <p:blipFill rotWithShape="1">
          <a:blip r:embed="rId3">
            <a:alphaModFix/>
          </a:blip>
          <a:srcRect b="0" l="0" r="0" t="0"/>
          <a:stretch/>
        </p:blipFill>
        <p:spPr>
          <a:xfrm>
            <a:off x="5261015" y="1700689"/>
            <a:ext cx="4108371" cy="4108371"/>
          </a:xfrm>
          <a:prstGeom prst="rect">
            <a:avLst/>
          </a:prstGeom>
          <a:noFill/>
          <a:ln>
            <a:noFill/>
          </a:ln>
        </p:spPr>
      </p:pic>
      <p:pic>
        <p:nvPicPr>
          <p:cNvPr descr="preencoded.png" id="163" name="Google Shape;163;p28"/>
          <p:cNvPicPr preferRelativeResize="0"/>
          <p:nvPr/>
        </p:nvPicPr>
        <p:blipFill rotWithShape="1">
          <a:blip r:embed="rId4">
            <a:alphaModFix/>
          </a:blip>
          <a:srcRect b="0" l="0" r="0" t="0"/>
          <a:stretch/>
        </p:blipFill>
        <p:spPr>
          <a:xfrm>
            <a:off x="6335554" y="2387560"/>
            <a:ext cx="305395" cy="381714"/>
          </a:xfrm>
          <a:prstGeom prst="rect">
            <a:avLst/>
          </a:prstGeom>
          <a:noFill/>
          <a:ln>
            <a:noFill/>
          </a:ln>
        </p:spPr>
      </p:pic>
      <p:sp>
        <p:nvSpPr>
          <p:cNvPr id="164" name="Google Shape;164;p28"/>
          <p:cNvSpPr/>
          <p:nvPr/>
        </p:nvSpPr>
        <p:spPr>
          <a:xfrm>
            <a:off x="9675495" y="2267188"/>
            <a:ext cx="2551748" cy="318849"/>
          </a:xfrm>
          <a:prstGeom prst="rect">
            <a:avLst/>
          </a:prstGeom>
          <a:noFill/>
          <a:ln>
            <a:noFill/>
          </a:ln>
        </p:spPr>
        <p:txBody>
          <a:bodyPr anchorCtr="0" anchor="t" bIns="0" lIns="0" spcFirstLastPara="1" rIns="0" wrap="square" tIns="0">
            <a:noAutofit/>
          </a:bodyPr>
          <a:lstStyle/>
          <a:p>
            <a:pPr indent="0" lvl="0" marL="0" marR="0" rtl="0" algn="l">
              <a:lnSpc>
                <a:spcPct val="104166"/>
              </a:lnSpc>
              <a:spcBef>
                <a:spcPts val="0"/>
              </a:spcBef>
              <a:spcAft>
                <a:spcPts val="0"/>
              </a:spcAft>
              <a:buClr>
                <a:srgbClr val="000000"/>
              </a:buClr>
              <a:buSzPts val="2400"/>
              <a:buFont typeface="Arial"/>
              <a:buNone/>
            </a:pPr>
            <a:r>
              <a:rPr b="1" i="0" lang="en-US" sz="2400" u="none" cap="none" strike="noStrike">
                <a:solidFill>
                  <a:srgbClr val="000000"/>
                </a:solidFill>
                <a:latin typeface="Times New Roman"/>
                <a:ea typeface="Times New Roman"/>
                <a:cs typeface="Times New Roman"/>
                <a:sym typeface="Times New Roman"/>
              </a:rPr>
              <a:t>Login</a:t>
            </a:r>
            <a:endParaRPr/>
          </a:p>
        </p:txBody>
      </p:sp>
      <p:sp>
        <p:nvSpPr>
          <p:cNvPr id="165" name="Google Shape;165;p28"/>
          <p:cNvSpPr/>
          <p:nvPr/>
        </p:nvSpPr>
        <p:spPr>
          <a:xfrm>
            <a:off x="9675495" y="2708434"/>
            <a:ext cx="4161115" cy="326708"/>
          </a:xfrm>
          <a:prstGeom prst="rect">
            <a:avLst/>
          </a:prstGeom>
          <a:noFill/>
          <a:ln>
            <a:noFill/>
          </a:ln>
        </p:spPr>
        <p:txBody>
          <a:bodyPr anchorCtr="0" anchor="t" bIns="0" lIns="0" spcFirstLastPara="1" rIns="0" wrap="square" tIns="0">
            <a:noAutofit/>
          </a:bodyPr>
          <a:lstStyle/>
          <a:p>
            <a:pPr indent="0" lvl="0" marL="0" marR="0" rtl="0" algn="l">
              <a:lnSpc>
                <a:spcPct val="127500"/>
              </a:lnSpc>
              <a:spcBef>
                <a:spcPts val="0"/>
              </a:spcBef>
              <a:spcAft>
                <a:spcPts val="0"/>
              </a:spcAft>
              <a:buClr>
                <a:srgbClr val="000000"/>
              </a:buClr>
              <a:buSzPts val="2000"/>
              <a:buFont typeface="Arial"/>
              <a:buNone/>
            </a:pPr>
            <a:r>
              <a:rPr b="0" i="0" lang="en-US" sz="2000" u="none" cap="none" strike="noStrike">
                <a:solidFill>
                  <a:srgbClr val="000000"/>
                </a:solidFill>
                <a:latin typeface="Times New Roman"/>
                <a:ea typeface="Times New Roman"/>
                <a:cs typeface="Times New Roman"/>
                <a:sym typeface="Times New Roman"/>
              </a:rPr>
              <a:t>Email lookup + bcrypt.compare(); stored in Redux</a:t>
            </a:r>
            <a:endParaRPr b="0" i="0" sz="2000" u="none" cap="none" strike="noStrike">
              <a:solidFill>
                <a:srgbClr val="000000"/>
              </a:solidFill>
              <a:latin typeface="Times New Roman"/>
              <a:ea typeface="Times New Roman"/>
              <a:cs typeface="Times New Roman"/>
              <a:sym typeface="Times New Roman"/>
            </a:endParaRPr>
          </a:p>
        </p:txBody>
      </p:sp>
      <p:pic>
        <p:nvPicPr>
          <p:cNvPr descr="preencoded.png" id="166" name="Google Shape;166;p28"/>
          <p:cNvPicPr preferRelativeResize="0"/>
          <p:nvPr/>
        </p:nvPicPr>
        <p:blipFill rotWithShape="1">
          <a:blip r:embed="rId5">
            <a:alphaModFix/>
          </a:blip>
          <a:srcRect b="0" l="0" r="0" t="0"/>
          <a:stretch/>
        </p:blipFill>
        <p:spPr>
          <a:xfrm>
            <a:off x="5261015" y="1700689"/>
            <a:ext cx="4108371" cy="4108371"/>
          </a:xfrm>
          <a:prstGeom prst="rect">
            <a:avLst/>
          </a:prstGeom>
          <a:noFill/>
          <a:ln>
            <a:noFill/>
          </a:ln>
        </p:spPr>
      </p:pic>
      <p:pic>
        <p:nvPicPr>
          <p:cNvPr descr="preencoded.png" id="167" name="Google Shape;167;p28"/>
          <p:cNvPicPr preferRelativeResize="0"/>
          <p:nvPr/>
        </p:nvPicPr>
        <p:blipFill rotWithShape="1">
          <a:blip r:embed="rId6">
            <a:alphaModFix/>
          </a:blip>
          <a:srcRect b="0" l="0" r="0" t="0"/>
          <a:stretch/>
        </p:blipFill>
        <p:spPr>
          <a:xfrm>
            <a:off x="8338780" y="2737128"/>
            <a:ext cx="305395" cy="381714"/>
          </a:xfrm>
          <a:prstGeom prst="rect">
            <a:avLst/>
          </a:prstGeom>
          <a:noFill/>
          <a:ln>
            <a:noFill/>
          </a:ln>
        </p:spPr>
      </p:pic>
      <p:sp>
        <p:nvSpPr>
          <p:cNvPr id="168" name="Google Shape;168;p28"/>
          <p:cNvSpPr/>
          <p:nvPr/>
        </p:nvSpPr>
        <p:spPr>
          <a:xfrm>
            <a:off x="9675495" y="4474488"/>
            <a:ext cx="2551748" cy="318849"/>
          </a:xfrm>
          <a:prstGeom prst="rect">
            <a:avLst/>
          </a:prstGeom>
          <a:noFill/>
          <a:ln>
            <a:noFill/>
          </a:ln>
        </p:spPr>
        <p:txBody>
          <a:bodyPr anchorCtr="0" anchor="t" bIns="0" lIns="0" spcFirstLastPara="1" rIns="0" wrap="square" tIns="0">
            <a:noAutofit/>
          </a:bodyPr>
          <a:lstStyle/>
          <a:p>
            <a:pPr indent="0" lvl="0" marL="0" marR="0" rtl="0" algn="l">
              <a:lnSpc>
                <a:spcPct val="104166"/>
              </a:lnSpc>
              <a:spcBef>
                <a:spcPts val="0"/>
              </a:spcBef>
              <a:spcAft>
                <a:spcPts val="0"/>
              </a:spcAft>
              <a:buClr>
                <a:srgbClr val="000000"/>
              </a:buClr>
              <a:buSzPts val="2400"/>
              <a:buFont typeface="Arial"/>
              <a:buNone/>
            </a:pPr>
            <a:r>
              <a:rPr b="1" i="0" lang="en-US" sz="2400" u="none" cap="none" strike="noStrike">
                <a:solidFill>
                  <a:srgbClr val="000000"/>
                </a:solidFill>
                <a:latin typeface="Times New Roman"/>
                <a:ea typeface="Times New Roman"/>
                <a:cs typeface="Times New Roman"/>
                <a:sym typeface="Times New Roman"/>
              </a:rPr>
              <a:t>Authorization</a:t>
            </a:r>
            <a:endParaRPr b="0" i="0" sz="2400" u="none" cap="none" strike="noStrike">
              <a:solidFill>
                <a:srgbClr val="000000"/>
              </a:solidFill>
              <a:latin typeface="Times New Roman"/>
              <a:ea typeface="Times New Roman"/>
              <a:cs typeface="Times New Roman"/>
              <a:sym typeface="Times New Roman"/>
            </a:endParaRPr>
          </a:p>
        </p:txBody>
      </p:sp>
      <p:sp>
        <p:nvSpPr>
          <p:cNvPr id="169" name="Google Shape;169;p28"/>
          <p:cNvSpPr/>
          <p:nvPr/>
        </p:nvSpPr>
        <p:spPr>
          <a:xfrm>
            <a:off x="9675495" y="4915733"/>
            <a:ext cx="4161115" cy="326708"/>
          </a:xfrm>
          <a:prstGeom prst="rect">
            <a:avLst/>
          </a:prstGeom>
          <a:noFill/>
          <a:ln>
            <a:noFill/>
          </a:ln>
        </p:spPr>
        <p:txBody>
          <a:bodyPr anchorCtr="0" anchor="t" bIns="0" lIns="0" spcFirstLastPara="1" rIns="0" wrap="square" tIns="0">
            <a:noAutofit/>
          </a:bodyPr>
          <a:lstStyle/>
          <a:p>
            <a:pPr indent="0" lvl="0" marL="0" marR="0" rtl="0" algn="l">
              <a:lnSpc>
                <a:spcPct val="127500"/>
              </a:lnSpc>
              <a:spcBef>
                <a:spcPts val="0"/>
              </a:spcBef>
              <a:spcAft>
                <a:spcPts val="0"/>
              </a:spcAft>
              <a:buClr>
                <a:srgbClr val="000000"/>
              </a:buClr>
              <a:buSzPts val="2000"/>
              <a:buFont typeface="Arial"/>
              <a:buNone/>
            </a:pPr>
            <a:r>
              <a:rPr b="0" i="0" lang="en-US" sz="2000" u="none" cap="none" strike="noStrike">
                <a:solidFill>
                  <a:srgbClr val="000000"/>
                </a:solidFill>
                <a:latin typeface="Times New Roman"/>
                <a:ea typeface="Times New Roman"/>
                <a:cs typeface="Times New Roman"/>
                <a:sym typeface="Times New Roman"/>
              </a:rPr>
              <a:t>sessionId header; Redux gates protected routes</a:t>
            </a:r>
            <a:endParaRPr/>
          </a:p>
          <a:p>
            <a:pPr indent="0" lvl="0" marL="0" marR="0" rtl="0" algn="l">
              <a:lnSpc>
                <a:spcPct val="127500"/>
              </a:lnSpc>
              <a:spcBef>
                <a:spcPts val="0"/>
              </a:spcBef>
              <a:spcAft>
                <a:spcPts val="0"/>
              </a:spcAft>
              <a:buClr>
                <a:srgbClr val="000000"/>
              </a:buClr>
              <a:buSzPts val="2000"/>
              <a:buFont typeface="Arial"/>
              <a:buNone/>
            </a:pPr>
            <a:r>
              <a:t/>
            </a:r>
            <a:endParaRPr b="0" i="0" sz="2000" u="none" cap="none" strike="noStrike">
              <a:solidFill>
                <a:srgbClr val="000000"/>
              </a:solidFill>
              <a:latin typeface="Times New Roman"/>
              <a:ea typeface="Times New Roman"/>
              <a:cs typeface="Times New Roman"/>
              <a:sym typeface="Times New Roman"/>
            </a:endParaRPr>
          </a:p>
        </p:txBody>
      </p:sp>
      <p:pic>
        <p:nvPicPr>
          <p:cNvPr descr="preencoded.png" id="170" name="Google Shape;170;p28"/>
          <p:cNvPicPr preferRelativeResize="0"/>
          <p:nvPr/>
        </p:nvPicPr>
        <p:blipFill rotWithShape="1">
          <a:blip r:embed="rId7">
            <a:alphaModFix/>
          </a:blip>
          <a:srcRect b="0" l="0" r="0" t="0"/>
          <a:stretch/>
        </p:blipFill>
        <p:spPr>
          <a:xfrm>
            <a:off x="5261015" y="1700689"/>
            <a:ext cx="4108371" cy="4108371"/>
          </a:xfrm>
          <a:prstGeom prst="rect">
            <a:avLst/>
          </a:prstGeom>
          <a:noFill/>
          <a:ln>
            <a:noFill/>
          </a:ln>
        </p:spPr>
      </p:pic>
      <p:pic>
        <p:nvPicPr>
          <p:cNvPr descr="preencoded.png" id="171" name="Google Shape;171;p28"/>
          <p:cNvPicPr preferRelativeResize="0"/>
          <p:nvPr/>
        </p:nvPicPr>
        <p:blipFill rotWithShape="1">
          <a:blip r:embed="rId8">
            <a:alphaModFix/>
          </a:blip>
          <a:srcRect b="0" l="0" r="0" t="0"/>
          <a:stretch/>
        </p:blipFill>
        <p:spPr>
          <a:xfrm>
            <a:off x="7989213" y="4740354"/>
            <a:ext cx="305395" cy="381714"/>
          </a:xfrm>
          <a:prstGeom prst="rect">
            <a:avLst/>
          </a:prstGeom>
          <a:noFill/>
          <a:ln>
            <a:noFill/>
          </a:ln>
        </p:spPr>
      </p:pic>
      <p:sp>
        <p:nvSpPr>
          <p:cNvPr id="172" name="Google Shape;172;p28"/>
          <p:cNvSpPr/>
          <p:nvPr/>
        </p:nvSpPr>
        <p:spPr>
          <a:xfrm>
            <a:off x="2403158" y="4474488"/>
            <a:ext cx="2551748" cy="318849"/>
          </a:xfrm>
          <a:prstGeom prst="rect">
            <a:avLst/>
          </a:prstGeom>
          <a:noFill/>
          <a:ln>
            <a:noFill/>
          </a:ln>
        </p:spPr>
        <p:txBody>
          <a:bodyPr anchorCtr="0" anchor="t" bIns="0" lIns="0" spcFirstLastPara="1" rIns="0" wrap="square" tIns="0">
            <a:noAutofit/>
          </a:bodyPr>
          <a:lstStyle/>
          <a:p>
            <a:pPr indent="0" lvl="0" marL="0" marR="0" rtl="0" algn="r">
              <a:lnSpc>
                <a:spcPct val="104166"/>
              </a:lnSpc>
              <a:spcBef>
                <a:spcPts val="0"/>
              </a:spcBef>
              <a:spcAft>
                <a:spcPts val="0"/>
              </a:spcAft>
              <a:buClr>
                <a:srgbClr val="000000"/>
              </a:buClr>
              <a:buSzPts val="2400"/>
              <a:buFont typeface="Arial"/>
              <a:buNone/>
            </a:pPr>
            <a:r>
              <a:rPr b="1" i="0" lang="en-US" sz="2400" u="none" cap="none" strike="noStrike">
                <a:solidFill>
                  <a:srgbClr val="000000"/>
                </a:solidFill>
                <a:latin typeface="Times New Roman"/>
                <a:ea typeface="Times New Roman"/>
                <a:cs typeface="Times New Roman"/>
                <a:sym typeface="Times New Roman"/>
              </a:rPr>
              <a:t>Logout</a:t>
            </a:r>
            <a:endParaRPr/>
          </a:p>
        </p:txBody>
      </p:sp>
      <p:sp>
        <p:nvSpPr>
          <p:cNvPr id="173" name="Google Shape;173;p28"/>
          <p:cNvSpPr/>
          <p:nvPr/>
        </p:nvSpPr>
        <p:spPr>
          <a:xfrm>
            <a:off x="793790" y="4915733"/>
            <a:ext cx="4161115" cy="326708"/>
          </a:xfrm>
          <a:prstGeom prst="rect">
            <a:avLst/>
          </a:prstGeom>
          <a:noFill/>
          <a:ln>
            <a:noFill/>
          </a:ln>
        </p:spPr>
        <p:txBody>
          <a:bodyPr anchorCtr="0" anchor="t" bIns="0" lIns="0" spcFirstLastPara="1" rIns="0" wrap="square" tIns="0">
            <a:noAutofit/>
          </a:bodyPr>
          <a:lstStyle/>
          <a:p>
            <a:pPr indent="0" lvl="0" marL="0" marR="0" rtl="0" algn="r">
              <a:lnSpc>
                <a:spcPct val="127500"/>
              </a:lnSpc>
              <a:spcBef>
                <a:spcPts val="0"/>
              </a:spcBef>
              <a:spcAft>
                <a:spcPts val="0"/>
              </a:spcAft>
              <a:buClr>
                <a:srgbClr val="000000"/>
              </a:buClr>
              <a:buSzPts val="2000"/>
              <a:buFont typeface="Arial"/>
              <a:buNone/>
            </a:pPr>
            <a:r>
              <a:rPr b="0" i="0" lang="en-US" sz="2000" u="none" cap="none" strike="noStrike">
                <a:solidFill>
                  <a:srgbClr val="000000"/>
                </a:solidFill>
                <a:latin typeface="Times New Roman"/>
                <a:ea typeface="Times New Roman"/>
                <a:cs typeface="Times New Roman"/>
                <a:sym typeface="Times New Roman"/>
              </a:rPr>
              <a:t>Redux dispatch clears auth; redirects to login</a:t>
            </a:r>
            <a:endParaRPr b="0" i="0" sz="2000" u="none" cap="none" strike="noStrike">
              <a:solidFill>
                <a:srgbClr val="000000"/>
              </a:solidFill>
              <a:latin typeface="Times New Roman"/>
              <a:ea typeface="Times New Roman"/>
              <a:cs typeface="Times New Roman"/>
              <a:sym typeface="Times New Roman"/>
            </a:endParaRPr>
          </a:p>
        </p:txBody>
      </p:sp>
      <p:pic>
        <p:nvPicPr>
          <p:cNvPr descr="preencoded.png" id="174" name="Google Shape;174;p28"/>
          <p:cNvPicPr preferRelativeResize="0"/>
          <p:nvPr/>
        </p:nvPicPr>
        <p:blipFill rotWithShape="1">
          <a:blip r:embed="rId9">
            <a:alphaModFix/>
          </a:blip>
          <a:srcRect b="0" l="0" r="0" t="0"/>
          <a:stretch/>
        </p:blipFill>
        <p:spPr>
          <a:xfrm>
            <a:off x="5261015" y="1700689"/>
            <a:ext cx="4108371" cy="4108371"/>
          </a:xfrm>
          <a:prstGeom prst="rect">
            <a:avLst/>
          </a:prstGeom>
          <a:noFill/>
          <a:ln>
            <a:noFill/>
          </a:ln>
        </p:spPr>
      </p:pic>
      <p:pic>
        <p:nvPicPr>
          <p:cNvPr descr="preencoded.png" id="175" name="Google Shape;175;p28"/>
          <p:cNvPicPr preferRelativeResize="0"/>
          <p:nvPr/>
        </p:nvPicPr>
        <p:blipFill rotWithShape="1">
          <a:blip r:embed="rId10">
            <a:alphaModFix/>
          </a:blip>
          <a:srcRect b="0" l="0" r="0" t="0"/>
          <a:stretch/>
        </p:blipFill>
        <p:spPr>
          <a:xfrm>
            <a:off x="5985986" y="4390787"/>
            <a:ext cx="305395" cy="381714"/>
          </a:xfrm>
          <a:prstGeom prst="rect">
            <a:avLst/>
          </a:prstGeom>
          <a:noFill/>
          <a:ln>
            <a:noFill/>
          </a:ln>
        </p:spPr>
      </p:pic>
      <p:sp>
        <p:nvSpPr>
          <p:cNvPr id="176" name="Google Shape;176;p28"/>
          <p:cNvSpPr/>
          <p:nvPr/>
        </p:nvSpPr>
        <p:spPr>
          <a:xfrm>
            <a:off x="793790" y="6038612"/>
            <a:ext cx="13042821" cy="653415"/>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n-US" sz="2000" u="none" cap="none" strike="noStrike">
                <a:solidFill>
                  <a:srgbClr val="000000"/>
                </a:solidFill>
                <a:latin typeface="Arial"/>
                <a:ea typeface="Arial"/>
                <a:cs typeface="Arial"/>
                <a:sym typeface="Arial"/>
              </a:rPr>
              <a:t>NoteChat uses </a:t>
            </a:r>
            <a:r>
              <a:rPr b="1" i="0" lang="en-US" sz="2000" u="none" cap="none" strike="noStrike">
                <a:solidFill>
                  <a:srgbClr val="000000"/>
                </a:solidFill>
                <a:latin typeface="Arial"/>
                <a:ea typeface="Arial"/>
                <a:cs typeface="Arial"/>
                <a:sym typeface="Arial"/>
              </a:rPr>
              <a:t>bcrypt</a:t>
            </a:r>
            <a:r>
              <a:rPr b="0" i="0" lang="en-US" sz="2000" u="none" cap="none" strike="noStrike">
                <a:solidFill>
                  <a:srgbClr val="000000"/>
                </a:solidFill>
                <a:latin typeface="Arial"/>
                <a:ea typeface="Arial"/>
                <a:cs typeface="Arial"/>
                <a:sym typeface="Arial"/>
              </a:rPr>
              <a:t> for secure password storage. On registration, a salt is generated and the password is hashed before saving. On login, bcrypt.compare() validates the input against the stored hash. The returned user object is stored in Redux and localStorage for session persistence.</a:t>
            </a:r>
            <a:endParaRPr/>
          </a:p>
          <a:p>
            <a:pPr indent="0" lvl="0" marL="0" marR="0" rtl="0" algn="just">
              <a:lnSpc>
                <a:spcPct val="127500"/>
              </a:lnSpc>
              <a:spcBef>
                <a:spcPts val="0"/>
              </a:spcBef>
              <a:spcAft>
                <a:spcPts val="0"/>
              </a:spcAft>
              <a:buClr>
                <a:srgbClr val="000000"/>
              </a:buClr>
              <a:buSzPts val="2000"/>
              <a:buFont typeface="Arial"/>
              <a:buNone/>
            </a:pPr>
            <a:r>
              <a:t/>
            </a:r>
            <a:endParaRPr b="0" i="0" sz="2000" u="none" cap="none" strike="noStrike">
              <a:solidFill>
                <a:srgbClr val="000000"/>
              </a:solidFill>
              <a:latin typeface="Times New Roman"/>
              <a:ea typeface="Times New Roman"/>
              <a:cs typeface="Times New Roman"/>
              <a:sym typeface="Times New Roman"/>
            </a:endParaRPr>
          </a:p>
        </p:txBody>
      </p:sp>
      <p:sp>
        <p:nvSpPr>
          <p:cNvPr id="177" name="Google Shape;177;p28"/>
          <p:cNvSpPr/>
          <p:nvPr/>
        </p:nvSpPr>
        <p:spPr>
          <a:xfrm>
            <a:off x="793790" y="7018734"/>
            <a:ext cx="13042821" cy="653415"/>
          </a:xfrm>
          <a:prstGeom prst="rect">
            <a:avLst/>
          </a:prstGeom>
          <a:noFill/>
          <a:ln>
            <a:noFill/>
          </a:ln>
        </p:spPr>
        <p:txBody>
          <a:bodyPr anchorCtr="0" anchor="t" bIns="0" lIns="0" spcFirstLastPara="1" rIns="0" wrap="square" tIns="0">
            <a:noAutofit/>
          </a:bodyPr>
          <a:lstStyle/>
          <a:p>
            <a:pPr indent="0" lvl="0" marL="0" marR="0" rtl="0" algn="just">
              <a:lnSpc>
                <a:spcPct val="127500"/>
              </a:lnSpc>
              <a:spcBef>
                <a:spcPts val="0"/>
              </a:spcBef>
              <a:spcAft>
                <a:spcPts val="0"/>
              </a:spcAft>
              <a:buClr>
                <a:srgbClr val="000000"/>
              </a:buClr>
              <a:buSzPts val="2000"/>
              <a:buFont typeface="Arial"/>
              <a:buNone/>
            </a:pPr>
            <a:r>
              <a:rPr b="0" i="0" lang="en-US" sz="2000" u="none" cap="none" strike="noStrike">
                <a:solidFill>
                  <a:srgbClr val="000000"/>
                </a:solidFill>
                <a:latin typeface="Arial"/>
                <a:ea typeface="Arial"/>
                <a:cs typeface="Arial"/>
                <a:sym typeface="Arial"/>
              </a:rPr>
              <a:t>The React frontend uses </a:t>
            </a:r>
            <a:r>
              <a:rPr b="1" i="0" lang="en-US" sz="2000" u="none" cap="none" strike="noStrike">
                <a:solidFill>
                  <a:srgbClr val="000000"/>
                </a:solidFill>
                <a:latin typeface="Arial"/>
                <a:ea typeface="Arial"/>
                <a:cs typeface="Arial"/>
                <a:sym typeface="Arial"/>
              </a:rPr>
              <a:t>Redux auth state</a:t>
            </a:r>
            <a:r>
              <a:rPr b="0" i="0" lang="en-US" sz="2000" u="none" cap="none" strike="noStrike">
                <a:solidFill>
                  <a:srgbClr val="000000"/>
                </a:solidFill>
                <a:latin typeface="Arial"/>
                <a:ea typeface="Arial"/>
                <a:cs typeface="Arial"/>
                <a:sym typeface="Arial"/>
              </a:rPr>
              <a:t> to manage the logged-in user across all components. Protected routes check for the presence of the user in Redux before rendering. Axios requests include the sessionId header for backend route authorization.</a:t>
            </a:r>
            <a:endParaRPr b="0" i="0" sz="2000" u="none" cap="none" strike="noStrike">
              <a:solidFill>
                <a:srgbClr val="000000"/>
              </a:solidFill>
              <a:latin typeface="Times New Roman"/>
              <a:ea typeface="Times New Roman"/>
              <a:cs typeface="Times New Roman"/>
              <a:sym typeface="Times New Roman"/>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82" name="Shape 182"/>
        <p:cNvGrpSpPr/>
        <p:nvPr/>
      </p:nvGrpSpPr>
      <p:grpSpPr>
        <a:xfrm>
          <a:off x="0" y="0"/>
          <a:ext cx="0" cy="0"/>
          <a:chOff x="0" y="0"/>
          <a:chExt cx="0" cy="0"/>
        </a:xfrm>
      </p:grpSpPr>
      <p:sp>
        <p:nvSpPr>
          <p:cNvPr id="183" name="Google Shape;183;p29"/>
          <p:cNvSpPr/>
          <p:nvPr/>
        </p:nvSpPr>
        <p:spPr>
          <a:xfrm>
            <a:off x="488990" y="178058"/>
            <a:ext cx="8743831" cy="708779"/>
          </a:xfrm>
          <a:prstGeom prst="rect">
            <a:avLst/>
          </a:prstGeom>
          <a:noFill/>
          <a:ln>
            <a:noFill/>
          </a:ln>
        </p:spPr>
        <p:txBody>
          <a:bodyPr anchorCtr="0" anchor="t" bIns="0" lIns="0" spcFirstLastPara="1" rIns="0" wrap="square" tIns="0">
            <a:noAutofit/>
          </a:bodyPr>
          <a:lstStyle/>
          <a:p>
            <a:pPr indent="0" lvl="0" marL="0" marR="0" rtl="0" algn="l">
              <a:lnSpc>
                <a:spcPct val="124719"/>
              </a:lnSpc>
              <a:spcBef>
                <a:spcPts val="0"/>
              </a:spcBef>
              <a:spcAft>
                <a:spcPts val="0"/>
              </a:spcAft>
              <a:buClr>
                <a:srgbClr val="000000"/>
              </a:buClr>
              <a:buSzPts val="4450"/>
              <a:buFont typeface="Arial"/>
              <a:buNone/>
            </a:pPr>
            <a:r>
              <a:rPr b="1" i="0" lang="en-US" sz="4450" u="none" cap="none" strike="noStrike">
                <a:solidFill>
                  <a:srgbClr val="000000"/>
                </a:solidFill>
                <a:latin typeface="Times New Roman"/>
                <a:ea typeface="Times New Roman"/>
                <a:cs typeface="Times New Roman"/>
                <a:sym typeface="Times New Roman"/>
              </a:rPr>
              <a:t>Building Core Features</a:t>
            </a:r>
            <a:endParaRPr b="0" i="0" sz="4450" u="none" cap="none" strike="noStrike">
              <a:solidFill>
                <a:srgbClr val="000000"/>
              </a:solidFill>
              <a:latin typeface="Times New Roman"/>
              <a:ea typeface="Times New Roman"/>
              <a:cs typeface="Times New Roman"/>
              <a:sym typeface="Times New Roman"/>
            </a:endParaRPr>
          </a:p>
        </p:txBody>
      </p:sp>
      <p:sp>
        <p:nvSpPr>
          <p:cNvPr id="184" name="Google Shape;184;p29"/>
          <p:cNvSpPr/>
          <p:nvPr/>
        </p:nvSpPr>
        <p:spPr>
          <a:xfrm>
            <a:off x="793778" y="1258392"/>
            <a:ext cx="510300" cy="510300"/>
          </a:xfrm>
          <a:prstGeom prst="roundRect">
            <a:avLst>
              <a:gd fmla="val 18669" name="adj"/>
            </a:avLst>
          </a:prstGeom>
          <a:solidFill>
            <a:srgbClr val="110080"/>
          </a:solidFill>
          <a:ln cap="flat" cmpd="sng" w="9525">
            <a:solidFill>
              <a:srgbClr val="2A1999"/>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pic>
        <p:nvPicPr>
          <p:cNvPr descr="preencoded.png" id="185" name="Google Shape;185;p29"/>
          <p:cNvPicPr preferRelativeResize="0"/>
          <p:nvPr/>
        </p:nvPicPr>
        <p:blipFill rotWithShape="1">
          <a:blip r:embed="rId3">
            <a:alphaModFix/>
          </a:blip>
          <a:srcRect b="0" l="0" r="0" t="0"/>
          <a:stretch/>
        </p:blipFill>
        <p:spPr>
          <a:xfrm>
            <a:off x="878860" y="1300898"/>
            <a:ext cx="340162" cy="425291"/>
          </a:xfrm>
          <a:prstGeom prst="rect">
            <a:avLst/>
          </a:prstGeom>
          <a:noFill/>
          <a:ln>
            <a:noFill/>
          </a:ln>
        </p:spPr>
      </p:pic>
      <p:sp>
        <p:nvSpPr>
          <p:cNvPr id="186" name="Google Shape;186;p29"/>
          <p:cNvSpPr/>
          <p:nvPr/>
        </p:nvSpPr>
        <p:spPr>
          <a:xfrm>
            <a:off x="1530895" y="1332300"/>
            <a:ext cx="5046600" cy="354300"/>
          </a:xfrm>
          <a:prstGeom prst="rect">
            <a:avLst/>
          </a:prstGeom>
          <a:noFill/>
          <a:ln>
            <a:noFill/>
          </a:ln>
        </p:spPr>
        <p:txBody>
          <a:bodyPr anchorCtr="0" anchor="t" bIns="0" lIns="0" spcFirstLastPara="1" rIns="0" wrap="square" tIns="0">
            <a:noAutofit/>
          </a:bodyPr>
          <a:lstStyle/>
          <a:p>
            <a:pPr indent="0" lvl="0" marL="0" marR="0" rtl="0" algn="l">
              <a:lnSpc>
                <a:spcPct val="114583"/>
              </a:lnSpc>
              <a:spcBef>
                <a:spcPts val="0"/>
              </a:spcBef>
              <a:spcAft>
                <a:spcPts val="0"/>
              </a:spcAft>
              <a:buNone/>
            </a:pPr>
            <a:r>
              <a:rPr b="0" i="0" lang="en-US" sz="2400" u="none" cap="none" strike="noStrike">
                <a:solidFill>
                  <a:srgbClr val="000000"/>
                </a:solidFill>
                <a:latin typeface="Arial"/>
                <a:ea typeface="Arial"/>
                <a:cs typeface="Arial"/>
                <a:sym typeface="Arial"/>
              </a:rPr>
              <a:t>Note Upload &amp; Sharing</a:t>
            </a:r>
            <a:endParaRPr b="0" i="0" sz="2400" u="none" cap="none" strike="noStrike">
              <a:solidFill>
                <a:srgbClr val="000000"/>
              </a:solidFill>
              <a:latin typeface="Times New Roman"/>
              <a:ea typeface="Times New Roman"/>
              <a:cs typeface="Times New Roman"/>
              <a:sym typeface="Times New Roman"/>
            </a:endParaRPr>
          </a:p>
        </p:txBody>
      </p:sp>
      <p:sp>
        <p:nvSpPr>
          <p:cNvPr id="187" name="Google Shape;187;p29"/>
          <p:cNvSpPr/>
          <p:nvPr/>
        </p:nvSpPr>
        <p:spPr>
          <a:xfrm>
            <a:off x="1530906" y="1857378"/>
            <a:ext cx="5642700" cy="1088700"/>
          </a:xfrm>
          <a:prstGeom prst="rect">
            <a:avLst/>
          </a:prstGeom>
          <a:noFill/>
          <a:ln>
            <a:noFill/>
          </a:ln>
        </p:spPr>
        <p:txBody>
          <a:bodyPr anchorCtr="0" anchor="t" bIns="0" lIns="0" spcFirstLastPara="1" rIns="0" wrap="square" tIns="0">
            <a:noAutofit/>
          </a:bodyPr>
          <a:lstStyle/>
          <a:p>
            <a:pPr indent="0" lvl="0" marL="0" marR="0" rtl="0" algn="just">
              <a:lnSpc>
                <a:spcPct val="142500"/>
              </a:lnSpc>
              <a:spcBef>
                <a:spcPts val="0"/>
              </a:spcBef>
              <a:spcAft>
                <a:spcPts val="0"/>
              </a:spcAft>
              <a:buNone/>
            </a:pPr>
            <a:r>
              <a:rPr b="0" i="0" lang="en-US" sz="2000" u="none" cap="none" strike="noStrike">
                <a:solidFill>
                  <a:srgbClr val="000000"/>
                </a:solidFill>
                <a:latin typeface="Arial"/>
                <a:ea typeface="Arial"/>
                <a:cs typeface="Arial"/>
                <a:sym typeface="Arial"/>
              </a:rPr>
              <a:t>Users upload PDF/image notes with a title, description, and optional price. Multer stores thumbnails and note files in /public/images. Notes appear in a social feed visible to followers.</a:t>
            </a:r>
            <a:endParaRPr/>
          </a:p>
          <a:p>
            <a:pPr indent="0" lvl="0" marL="0" marR="0" rtl="0" algn="just">
              <a:lnSpc>
                <a:spcPct val="142500"/>
              </a:lnSpc>
              <a:spcBef>
                <a:spcPts val="0"/>
              </a:spcBef>
              <a:spcAft>
                <a:spcPts val="0"/>
              </a:spcAft>
              <a:buClr>
                <a:srgbClr val="000000"/>
              </a:buClr>
              <a:buSzPts val="2000"/>
              <a:buFont typeface="Arial"/>
              <a:buNone/>
            </a:pPr>
            <a:r>
              <a:t/>
            </a:r>
            <a:endParaRPr b="0" i="0" sz="2000" u="none" cap="none" strike="noStrike">
              <a:solidFill>
                <a:srgbClr val="000000"/>
              </a:solidFill>
              <a:latin typeface="Times New Roman"/>
              <a:ea typeface="Times New Roman"/>
              <a:cs typeface="Times New Roman"/>
              <a:sym typeface="Times New Roman"/>
            </a:endParaRPr>
          </a:p>
        </p:txBody>
      </p:sp>
      <p:sp>
        <p:nvSpPr>
          <p:cNvPr id="188" name="Google Shape;188;p29"/>
          <p:cNvSpPr/>
          <p:nvPr/>
        </p:nvSpPr>
        <p:spPr>
          <a:xfrm>
            <a:off x="7457003" y="1254292"/>
            <a:ext cx="510300" cy="510300"/>
          </a:xfrm>
          <a:prstGeom prst="roundRect">
            <a:avLst>
              <a:gd fmla="val 18669" name="adj"/>
            </a:avLst>
          </a:prstGeom>
          <a:solidFill>
            <a:srgbClr val="110080"/>
          </a:solidFill>
          <a:ln cap="flat" cmpd="sng" w="9525">
            <a:solidFill>
              <a:srgbClr val="2A1999"/>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pic>
        <p:nvPicPr>
          <p:cNvPr descr="preencoded.png" id="189" name="Google Shape;189;p29"/>
          <p:cNvPicPr preferRelativeResize="0"/>
          <p:nvPr/>
        </p:nvPicPr>
        <p:blipFill rotWithShape="1">
          <a:blip r:embed="rId4">
            <a:alphaModFix/>
          </a:blip>
          <a:srcRect b="0" l="0" r="0" t="0"/>
          <a:stretch/>
        </p:blipFill>
        <p:spPr>
          <a:xfrm>
            <a:off x="7542074" y="1300898"/>
            <a:ext cx="340162" cy="425291"/>
          </a:xfrm>
          <a:prstGeom prst="rect">
            <a:avLst/>
          </a:prstGeom>
          <a:noFill/>
          <a:ln>
            <a:noFill/>
          </a:ln>
        </p:spPr>
      </p:pic>
      <p:sp>
        <p:nvSpPr>
          <p:cNvPr id="190" name="Google Shape;190;p29"/>
          <p:cNvSpPr/>
          <p:nvPr/>
        </p:nvSpPr>
        <p:spPr>
          <a:xfrm>
            <a:off x="8194119" y="1332284"/>
            <a:ext cx="2835300" cy="354300"/>
          </a:xfrm>
          <a:prstGeom prst="rect">
            <a:avLst/>
          </a:prstGeom>
          <a:noFill/>
          <a:ln>
            <a:noFill/>
          </a:ln>
        </p:spPr>
        <p:txBody>
          <a:bodyPr anchorCtr="0" anchor="t" bIns="0" lIns="0" spcFirstLastPara="1" rIns="0" wrap="square" tIns="0">
            <a:noAutofit/>
          </a:bodyPr>
          <a:lstStyle/>
          <a:p>
            <a:pPr indent="0" lvl="0" marL="0" marR="0" rtl="0" algn="l">
              <a:lnSpc>
                <a:spcPct val="114583"/>
              </a:lnSpc>
              <a:spcBef>
                <a:spcPts val="0"/>
              </a:spcBef>
              <a:spcAft>
                <a:spcPts val="0"/>
              </a:spcAft>
              <a:buNone/>
            </a:pPr>
            <a:r>
              <a:rPr b="0" i="0" lang="en-US" sz="2400" u="none" cap="none" strike="noStrike">
                <a:solidFill>
                  <a:srgbClr val="000000"/>
                </a:solidFill>
                <a:latin typeface="Arial"/>
                <a:ea typeface="Arial"/>
                <a:cs typeface="Arial"/>
                <a:sym typeface="Arial"/>
              </a:rPr>
              <a:t>Real-Time Chat</a:t>
            </a:r>
            <a:endParaRPr b="1" i="0" sz="2400" u="none" cap="none" strike="noStrike">
              <a:solidFill>
                <a:srgbClr val="000000"/>
              </a:solidFill>
              <a:latin typeface="Times New Roman"/>
              <a:ea typeface="Times New Roman"/>
              <a:cs typeface="Times New Roman"/>
              <a:sym typeface="Times New Roman"/>
            </a:endParaRPr>
          </a:p>
        </p:txBody>
      </p:sp>
      <p:sp>
        <p:nvSpPr>
          <p:cNvPr id="191" name="Google Shape;191;p29"/>
          <p:cNvSpPr/>
          <p:nvPr/>
        </p:nvSpPr>
        <p:spPr>
          <a:xfrm>
            <a:off x="8194119" y="1857378"/>
            <a:ext cx="5642700" cy="1088700"/>
          </a:xfrm>
          <a:prstGeom prst="rect">
            <a:avLst/>
          </a:prstGeom>
          <a:noFill/>
          <a:ln>
            <a:noFill/>
          </a:ln>
        </p:spPr>
        <p:txBody>
          <a:bodyPr anchorCtr="0" anchor="t" bIns="0" lIns="0" spcFirstLastPara="1" rIns="0" wrap="square" tIns="0">
            <a:noAutofit/>
          </a:bodyPr>
          <a:lstStyle/>
          <a:p>
            <a:pPr indent="0" lvl="0" marL="0" marR="0" rtl="0" algn="just">
              <a:lnSpc>
                <a:spcPct val="142500"/>
              </a:lnSpc>
              <a:spcBef>
                <a:spcPts val="0"/>
              </a:spcBef>
              <a:spcAft>
                <a:spcPts val="0"/>
              </a:spcAft>
              <a:buClr>
                <a:srgbClr val="000000"/>
              </a:buClr>
              <a:buSzPts val="2000"/>
              <a:buFont typeface="Arial"/>
              <a:buNone/>
            </a:pPr>
            <a:r>
              <a:rPr b="0" i="0" lang="en-US" sz="2000" u="none" cap="none" strike="noStrike">
                <a:solidFill>
                  <a:srgbClr val="000000"/>
                </a:solidFill>
                <a:latin typeface="Arial"/>
                <a:ea typeface="Arial"/>
                <a:cs typeface="Arial"/>
                <a:sym typeface="Arial"/>
              </a:rPr>
              <a:t>Socket.io powers private one-on-one messaging. A dedicated socket server (port 8900) routes messages to recipient sockets. Messages are also persisted in MongoDB for history.</a:t>
            </a:r>
            <a:endParaRPr b="0" i="0" sz="2000" u="none" cap="none" strike="noStrike">
              <a:solidFill>
                <a:srgbClr val="000000"/>
              </a:solidFill>
              <a:latin typeface="Times New Roman"/>
              <a:ea typeface="Times New Roman"/>
              <a:cs typeface="Times New Roman"/>
              <a:sym typeface="Times New Roman"/>
            </a:endParaRPr>
          </a:p>
        </p:txBody>
      </p:sp>
      <p:sp>
        <p:nvSpPr>
          <p:cNvPr id="192" name="Google Shape;192;p29"/>
          <p:cNvSpPr/>
          <p:nvPr/>
        </p:nvSpPr>
        <p:spPr>
          <a:xfrm>
            <a:off x="793765" y="3809938"/>
            <a:ext cx="510300" cy="510300"/>
          </a:xfrm>
          <a:prstGeom prst="roundRect">
            <a:avLst>
              <a:gd fmla="val 18669" name="adj"/>
            </a:avLst>
          </a:prstGeom>
          <a:solidFill>
            <a:srgbClr val="110080"/>
          </a:solidFill>
          <a:ln cap="flat" cmpd="sng" w="9525">
            <a:solidFill>
              <a:srgbClr val="2A1999"/>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pic>
        <p:nvPicPr>
          <p:cNvPr descr="preencoded.png" id="193" name="Google Shape;193;p29"/>
          <p:cNvPicPr preferRelativeResize="0"/>
          <p:nvPr/>
        </p:nvPicPr>
        <p:blipFill rotWithShape="1">
          <a:blip r:embed="rId5">
            <a:alphaModFix/>
          </a:blip>
          <a:srcRect b="0" l="0" r="0" t="0"/>
          <a:stretch/>
        </p:blipFill>
        <p:spPr>
          <a:xfrm>
            <a:off x="878848" y="3831207"/>
            <a:ext cx="340162" cy="425291"/>
          </a:xfrm>
          <a:prstGeom prst="rect">
            <a:avLst/>
          </a:prstGeom>
          <a:noFill/>
          <a:ln>
            <a:noFill/>
          </a:ln>
        </p:spPr>
      </p:pic>
      <p:sp>
        <p:nvSpPr>
          <p:cNvPr id="194" name="Google Shape;194;p29"/>
          <p:cNvSpPr/>
          <p:nvPr/>
        </p:nvSpPr>
        <p:spPr>
          <a:xfrm>
            <a:off x="1530896" y="3846900"/>
            <a:ext cx="4526400" cy="354300"/>
          </a:xfrm>
          <a:prstGeom prst="rect">
            <a:avLst/>
          </a:prstGeom>
          <a:noFill/>
          <a:ln>
            <a:noFill/>
          </a:ln>
        </p:spPr>
        <p:txBody>
          <a:bodyPr anchorCtr="0" anchor="t" bIns="0" lIns="0" spcFirstLastPara="1" rIns="0" wrap="square" tIns="0">
            <a:noAutofit/>
          </a:bodyPr>
          <a:lstStyle/>
          <a:p>
            <a:pPr indent="0" lvl="0" marL="0" marR="0" rtl="0" algn="l">
              <a:lnSpc>
                <a:spcPct val="114583"/>
              </a:lnSpc>
              <a:spcBef>
                <a:spcPts val="0"/>
              </a:spcBef>
              <a:spcAft>
                <a:spcPts val="0"/>
              </a:spcAft>
              <a:buNone/>
            </a:pPr>
            <a:r>
              <a:rPr b="0" i="0" lang="en-US" sz="2400" u="none" cap="none" strike="noStrike">
                <a:solidFill>
                  <a:srgbClr val="000000"/>
                </a:solidFill>
                <a:latin typeface="Arial"/>
                <a:ea typeface="Arial"/>
                <a:cs typeface="Arial"/>
                <a:sym typeface="Arial"/>
              </a:rPr>
              <a:t>Follow &amp; Social Feed</a:t>
            </a:r>
            <a:endParaRPr b="0" i="0" sz="2400" u="none" cap="none" strike="noStrike">
              <a:solidFill>
                <a:srgbClr val="000000"/>
              </a:solidFill>
              <a:latin typeface="Times New Roman"/>
              <a:ea typeface="Times New Roman"/>
              <a:cs typeface="Times New Roman"/>
              <a:sym typeface="Times New Roman"/>
            </a:endParaRPr>
          </a:p>
        </p:txBody>
      </p:sp>
      <p:sp>
        <p:nvSpPr>
          <p:cNvPr id="195" name="Google Shape;195;p29"/>
          <p:cNvSpPr/>
          <p:nvPr/>
        </p:nvSpPr>
        <p:spPr>
          <a:xfrm>
            <a:off x="1530943" y="4320249"/>
            <a:ext cx="5642700" cy="1088700"/>
          </a:xfrm>
          <a:prstGeom prst="rect">
            <a:avLst/>
          </a:prstGeom>
          <a:noFill/>
          <a:ln>
            <a:noFill/>
          </a:ln>
        </p:spPr>
        <p:txBody>
          <a:bodyPr anchorCtr="0" anchor="t" bIns="0" lIns="0" spcFirstLastPara="1" rIns="0" wrap="square" tIns="0">
            <a:noAutofit/>
          </a:bodyPr>
          <a:lstStyle/>
          <a:p>
            <a:pPr indent="0" lvl="0" marL="0" marR="0" rtl="0" algn="just">
              <a:lnSpc>
                <a:spcPct val="142500"/>
              </a:lnSpc>
              <a:spcBef>
                <a:spcPts val="0"/>
              </a:spcBef>
              <a:spcAft>
                <a:spcPts val="0"/>
              </a:spcAft>
              <a:buClr>
                <a:srgbClr val="000000"/>
              </a:buClr>
              <a:buSzPts val="2000"/>
              <a:buFont typeface="Arial"/>
              <a:buNone/>
            </a:pPr>
            <a:r>
              <a:rPr b="0" i="0" lang="en-US" sz="2000" u="none" cap="none" strike="noStrike">
                <a:solidFill>
                  <a:srgbClr val="000000"/>
                </a:solidFill>
                <a:latin typeface="Arial"/>
                <a:ea typeface="Arial"/>
                <a:cs typeface="Arial"/>
                <a:sym typeface="Arial"/>
              </a:rPr>
              <a:t>Users follow/unfollow each other. The home feed dynamically shows notes from followed users. Follower and following counts are displayed on each user's profile page.</a:t>
            </a:r>
            <a:endParaRPr b="0" i="0" sz="2000" u="none" cap="none" strike="noStrike">
              <a:solidFill>
                <a:srgbClr val="000000"/>
              </a:solidFill>
              <a:latin typeface="Times New Roman"/>
              <a:ea typeface="Times New Roman"/>
              <a:cs typeface="Times New Roman"/>
              <a:sym typeface="Times New Roman"/>
            </a:endParaRPr>
          </a:p>
        </p:txBody>
      </p:sp>
      <p:sp>
        <p:nvSpPr>
          <p:cNvPr id="196" name="Google Shape;196;p29"/>
          <p:cNvSpPr/>
          <p:nvPr/>
        </p:nvSpPr>
        <p:spPr>
          <a:xfrm>
            <a:off x="7457003" y="3807888"/>
            <a:ext cx="510300" cy="510300"/>
          </a:xfrm>
          <a:prstGeom prst="roundRect">
            <a:avLst>
              <a:gd fmla="val 18669" name="adj"/>
            </a:avLst>
          </a:prstGeom>
          <a:solidFill>
            <a:srgbClr val="110080"/>
          </a:solidFill>
          <a:ln cap="flat" cmpd="sng" w="9525">
            <a:solidFill>
              <a:srgbClr val="2A1999"/>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pic>
        <p:nvPicPr>
          <p:cNvPr descr="preencoded.png" id="197" name="Google Shape;197;p29"/>
          <p:cNvPicPr preferRelativeResize="0"/>
          <p:nvPr/>
        </p:nvPicPr>
        <p:blipFill rotWithShape="1">
          <a:blip r:embed="rId6">
            <a:alphaModFix/>
          </a:blip>
          <a:srcRect b="0" l="0" r="0" t="0"/>
          <a:stretch/>
        </p:blipFill>
        <p:spPr>
          <a:xfrm>
            <a:off x="7542074" y="3831207"/>
            <a:ext cx="340162" cy="425291"/>
          </a:xfrm>
          <a:prstGeom prst="rect">
            <a:avLst/>
          </a:prstGeom>
          <a:noFill/>
          <a:ln>
            <a:noFill/>
          </a:ln>
        </p:spPr>
      </p:pic>
      <p:sp>
        <p:nvSpPr>
          <p:cNvPr id="198" name="Google Shape;198;p29"/>
          <p:cNvSpPr/>
          <p:nvPr/>
        </p:nvSpPr>
        <p:spPr>
          <a:xfrm>
            <a:off x="8194131" y="3916625"/>
            <a:ext cx="5642700" cy="354300"/>
          </a:xfrm>
          <a:prstGeom prst="rect">
            <a:avLst/>
          </a:prstGeom>
          <a:noFill/>
          <a:ln>
            <a:noFill/>
          </a:ln>
        </p:spPr>
        <p:txBody>
          <a:bodyPr anchorCtr="0" anchor="t" bIns="0" lIns="0" spcFirstLastPara="1" rIns="0" wrap="square" tIns="0">
            <a:noAutofit/>
          </a:bodyPr>
          <a:lstStyle/>
          <a:p>
            <a:pPr indent="0" lvl="0" marL="0" marR="0" rtl="0" algn="l">
              <a:lnSpc>
                <a:spcPct val="114583"/>
              </a:lnSpc>
              <a:spcBef>
                <a:spcPts val="0"/>
              </a:spcBef>
              <a:spcAft>
                <a:spcPts val="0"/>
              </a:spcAft>
              <a:buNone/>
            </a:pPr>
            <a:r>
              <a:rPr b="0" i="0" lang="en-US" sz="2400" u="none" cap="none" strike="noStrike">
                <a:solidFill>
                  <a:srgbClr val="000000"/>
                </a:solidFill>
                <a:latin typeface="Arial"/>
                <a:ea typeface="Arial"/>
                <a:cs typeface="Arial"/>
                <a:sym typeface="Arial"/>
              </a:rPr>
              <a:t>Comments &amp; Reactions</a:t>
            </a:r>
            <a:endParaRPr b="0" i="0" sz="2200" u="none" cap="none" strike="noStrike">
              <a:solidFill>
                <a:srgbClr val="000000"/>
              </a:solidFill>
              <a:latin typeface="Times New Roman"/>
              <a:ea typeface="Times New Roman"/>
              <a:cs typeface="Times New Roman"/>
              <a:sym typeface="Times New Roman"/>
            </a:endParaRPr>
          </a:p>
        </p:txBody>
      </p:sp>
      <p:sp>
        <p:nvSpPr>
          <p:cNvPr id="199" name="Google Shape;199;p29"/>
          <p:cNvSpPr/>
          <p:nvPr/>
        </p:nvSpPr>
        <p:spPr>
          <a:xfrm>
            <a:off x="8194169" y="4413849"/>
            <a:ext cx="5642700" cy="725700"/>
          </a:xfrm>
          <a:prstGeom prst="rect">
            <a:avLst/>
          </a:prstGeom>
          <a:noFill/>
          <a:ln>
            <a:noFill/>
          </a:ln>
        </p:spPr>
        <p:txBody>
          <a:bodyPr anchorCtr="0" anchor="t" bIns="0" lIns="0" spcFirstLastPara="1" rIns="0" wrap="square" tIns="0">
            <a:noAutofit/>
          </a:bodyPr>
          <a:lstStyle/>
          <a:p>
            <a:pPr indent="0" lvl="0" marL="0" marR="0" rtl="0" algn="just">
              <a:lnSpc>
                <a:spcPct val="142500"/>
              </a:lnSpc>
              <a:spcBef>
                <a:spcPts val="0"/>
              </a:spcBef>
              <a:spcAft>
                <a:spcPts val="0"/>
              </a:spcAft>
              <a:buClr>
                <a:srgbClr val="000000"/>
              </a:buClr>
              <a:buSzPts val="2000"/>
              <a:buFont typeface="Arial"/>
              <a:buNone/>
            </a:pPr>
            <a:r>
              <a:rPr b="0" i="0" lang="en-US" sz="2000" u="none" cap="none" strike="noStrike">
                <a:solidFill>
                  <a:srgbClr val="000000"/>
                </a:solidFill>
                <a:latin typeface="Arial"/>
                <a:ea typeface="Arial"/>
                <a:cs typeface="Arial"/>
                <a:sym typeface="Arial"/>
              </a:rPr>
              <a:t>Users can comment on and like notes. Comments are fetched per note and displayed in threaded format. Like counts update in real time without page reload.</a:t>
            </a:r>
            <a:endParaRPr b="0" i="0" sz="2000" u="none" cap="none" strike="noStrike">
              <a:solidFill>
                <a:srgbClr val="000000"/>
              </a:solidFill>
              <a:latin typeface="Times New Roman"/>
              <a:ea typeface="Times New Roman"/>
              <a:cs typeface="Times New Roman"/>
              <a:sym typeface="Times New Roman"/>
            </a:endParaRPr>
          </a:p>
        </p:txBody>
      </p:sp>
      <p:sp>
        <p:nvSpPr>
          <p:cNvPr id="200" name="Google Shape;200;p29"/>
          <p:cNvSpPr/>
          <p:nvPr/>
        </p:nvSpPr>
        <p:spPr>
          <a:xfrm>
            <a:off x="793790" y="6361508"/>
            <a:ext cx="13042821" cy="890231"/>
          </a:xfrm>
          <a:prstGeom prst="rect">
            <a:avLst/>
          </a:prstGeom>
          <a:noFill/>
          <a:ln>
            <a:noFill/>
          </a:ln>
        </p:spPr>
        <p:txBody>
          <a:bodyPr anchorCtr="0" anchor="t" bIns="0" lIns="0" spcFirstLastPara="1" rIns="0" wrap="square" tIns="0">
            <a:noAutofit/>
          </a:bodyPr>
          <a:lstStyle/>
          <a:p>
            <a:pPr indent="0" lvl="0" marL="0" marR="0" rtl="0" algn="just">
              <a:lnSpc>
                <a:spcPct val="142500"/>
              </a:lnSpc>
              <a:spcBef>
                <a:spcPts val="0"/>
              </a:spcBef>
              <a:spcAft>
                <a:spcPts val="0"/>
              </a:spcAft>
              <a:buClr>
                <a:srgbClr val="000000"/>
              </a:buClr>
              <a:buSzPts val="2000"/>
              <a:buFont typeface="Arial"/>
              <a:buNone/>
            </a:pPr>
            <a:r>
              <a:rPr b="0" i="0" lang="en-US" sz="2000" u="none" cap="none" strike="noStrike">
                <a:solidFill>
                  <a:srgbClr val="000000"/>
                </a:solidFill>
                <a:latin typeface="Arial"/>
                <a:ea typeface="Arial"/>
                <a:cs typeface="Arial"/>
                <a:sym typeface="Arial"/>
              </a:rPr>
              <a:t>The core functionality of NoteChat centers on academic collaboration. The platform combines note sharing, real-time private chat, and social discovery in a single interface. Backend REST APIs manage all CRUD operations, while the Socket.io server handles real-time message routing between users.</a:t>
            </a:r>
            <a:endParaRPr b="0" i="0" sz="2000" u="none" cap="none" strike="noStrike">
              <a:solidFill>
                <a:srgbClr val="000000"/>
              </a:solidFill>
              <a:latin typeface="Times New Roman"/>
              <a:ea typeface="Times New Roman"/>
              <a:cs typeface="Times New Roman"/>
              <a:sym typeface="Times New Roman"/>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05" name="Shape 205"/>
        <p:cNvGrpSpPr/>
        <p:nvPr/>
      </p:nvGrpSpPr>
      <p:grpSpPr>
        <a:xfrm>
          <a:off x="0" y="0"/>
          <a:ext cx="0" cy="0"/>
          <a:chOff x="0" y="0"/>
          <a:chExt cx="0" cy="0"/>
        </a:xfrm>
      </p:grpSpPr>
      <p:sp>
        <p:nvSpPr>
          <p:cNvPr id="206" name="Google Shape;206;p30"/>
          <p:cNvSpPr/>
          <p:nvPr/>
        </p:nvSpPr>
        <p:spPr>
          <a:xfrm>
            <a:off x="333433" y="189667"/>
            <a:ext cx="10262046" cy="708065"/>
          </a:xfrm>
          <a:prstGeom prst="rect">
            <a:avLst/>
          </a:prstGeom>
          <a:noFill/>
          <a:ln>
            <a:noFill/>
          </a:ln>
        </p:spPr>
        <p:txBody>
          <a:bodyPr anchorCtr="0" anchor="t" bIns="0" lIns="0" spcFirstLastPara="1" rIns="0" wrap="square" tIns="0">
            <a:noAutofit/>
          </a:bodyPr>
          <a:lstStyle/>
          <a:p>
            <a:pPr indent="0" lvl="0" marL="0" marR="0" rtl="0" algn="l">
              <a:lnSpc>
                <a:spcPct val="138750"/>
              </a:lnSpc>
              <a:spcBef>
                <a:spcPts val="0"/>
              </a:spcBef>
              <a:spcAft>
                <a:spcPts val="0"/>
              </a:spcAft>
              <a:buNone/>
            </a:pPr>
            <a:r>
              <a:rPr b="1" i="0" lang="en-US" sz="4000" u="none" cap="none" strike="noStrike">
                <a:solidFill>
                  <a:srgbClr val="000000"/>
                </a:solidFill>
                <a:latin typeface="Arial"/>
                <a:ea typeface="Arial"/>
                <a:cs typeface="Arial"/>
                <a:sym typeface="Arial"/>
              </a:rPr>
              <a:t>Enhancing Collaboration and Interaction</a:t>
            </a:r>
            <a:endParaRPr b="0" i="0" sz="4000" u="none" cap="none" strike="noStrike">
              <a:solidFill>
                <a:srgbClr val="000000"/>
              </a:solidFill>
              <a:latin typeface="Times New Roman"/>
              <a:ea typeface="Times New Roman"/>
              <a:cs typeface="Times New Roman"/>
              <a:sym typeface="Times New Roman"/>
            </a:endParaRPr>
          </a:p>
        </p:txBody>
      </p:sp>
      <p:sp>
        <p:nvSpPr>
          <p:cNvPr id="207" name="Google Shape;207;p30"/>
          <p:cNvSpPr/>
          <p:nvPr/>
        </p:nvSpPr>
        <p:spPr>
          <a:xfrm>
            <a:off x="793150" y="1368376"/>
            <a:ext cx="4197000" cy="3953400"/>
          </a:xfrm>
          <a:prstGeom prst="roundRect">
            <a:avLst>
              <a:gd fmla="val 2723" name="adj"/>
            </a:avLst>
          </a:prstGeom>
          <a:solidFill>
            <a:schemeClr val="lt1"/>
          </a:solidFill>
          <a:ln cap="flat" cmpd="sng" w="9525">
            <a:solidFill>
              <a:srgbClr val="2A1999"/>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08" name="Google Shape;208;p30"/>
          <p:cNvSpPr/>
          <p:nvPr/>
        </p:nvSpPr>
        <p:spPr>
          <a:xfrm>
            <a:off x="964301" y="1667800"/>
            <a:ext cx="3854700" cy="354000"/>
          </a:xfrm>
          <a:prstGeom prst="rect">
            <a:avLst/>
          </a:prstGeom>
          <a:noFill/>
          <a:ln>
            <a:noFill/>
          </a:ln>
        </p:spPr>
        <p:txBody>
          <a:bodyPr anchorCtr="0" anchor="t" bIns="0" lIns="0" spcFirstLastPara="1" rIns="0" wrap="square" tIns="0">
            <a:noAutofit/>
          </a:bodyPr>
          <a:lstStyle/>
          <a:p>
            <a:pPr indent="0" lvl="0" marL="0" marR="0" rtl="0" algn="l">
              <a:lnSpc>
                <a:spcPct val="114583"/>
              </a:lnSpc>
              <a:spcBef>
                <a:spcPts val="0"/>
              </a:spcBef>
              <a:spcAft>
                <a:spcPts val="0"/>
              </a:spcAft>
              <a:buNone/>
            </a:pPr>
            <a:r>
              <a:rPr b="1" i="0" lang="en-US" sz="2400" u="none" cap="none" strike="noStrike">
                <a:solidFill>
                  <a:srgbClr val="000000"/>
                </a:solidFill>
              </a:rPr>
              <a:t>Real-Time Messaging</a:t>
            </a:r>
            <a:endParaRPr b="1" i="0" sz="2400" u="none" cap="none" strike="noStrike">
              <a:solidFill>
                <a:srgbClr val="000000"/>
              </a:solidFill>
              <a:latin typeface="Times New Roman"/>
              <a:ea typeface="Times New Roman"/>
              <a:cs typeface="Times New Roman"/>
              <a:sym typeface="Times New Roman"/>
            </a:endParaRPr>
          </a:p>
        </p:txBody>
      </p:sp>
      <p:sp>
        <p:nvSpPr>
          <p:cNvPr id="209" name="Google Shape;209;p30"/>
          <p:cNvSpPr/>
          <p:nvPr/>
        </p:nvSpPr>
        <p:spPr>
          <a:xfrm>
            <a:off x="1027196" y="2148484"/>
            <a:ext cx="3728700" cy="25371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n-US" sz="2100" u="none" cap="none" strike="noStrike">
                <a:solidFill>
                  <a:srgbClr val="000000"/>
                </a:solidFill>
                <a:latin typeface="Arial"/>
                <a:ea typeface="Arial"/>
                <a:cs typeface="Arial"/>
                <a:sym typeface="Arial"/>
              </a:rPr>
              <a:t>The Socket.io server maintains a live userId-to-socketId map. When a message is sent, it is routed directly to the recipient's socket for instant delivery. Messages are simultaneously saved in MongoDB via the REST API for conversation history.</a:t>
            </a:r>
            <a:endParaRPr sz="1500"/>
          </a:p>
        </p:txBody>
      </p:sp>
      <p:sp>
        <p:nvSpPr>
          <p:cNvPr id="210" name="Google Shape;210;p30"/>
          <p:cNvSpPr/>
          <p:nvPr/>
        </p:nvSpPr>
        <p:spPr>
          <a:xfrm>
            <a:off x="5216725" y="1368300"/>
            <a:ext cx="4197000" cy="3953400"/>
          </a:xfrm>
          <a:prstGeom prst="roundRect">
            <a:avLst>
              <a:gd fmla="val 2723" name="adj"/>
            </a:avLst>
          </a:prstGeom>
          <a:solidFill>
            <a:schemeClr val="lt1"/>
          </a:solidFill>
          <a:ln cap="flat" cmpd="sng" w="9525">
            <a:solidFill>
              <a:srgbClr val="2A1999"/>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11" name="Google Shape;211;p30"/>
          <p:cNvSpPr/>
          <p:nvPr/>
        </p:nvSpPr>
        <p:spPr>
          <a:xfrm>
            <a:off x="5450927" y="1667800"/>
            <a:ext cx="3854700" cy="354000"/>
          </a:xfrm>
          <a:prstGeom prst="rect">
            <a:avLst/>
          </a:prstGeom>
          <a:noFill/>
          <a:ln>
            <a:noFill/>
          </a:ln>
        </p:spPr>
        <p:txBody>
          <a:bodyPr anchorCtr="0" anchor="t" bIns="0" lIns="0" spcFirstLastPara="1" rIns="0" wrap="square" tIns="0">
            <a:noAutofit/>
          </a:bodyPr>
          <a:lstStyle/>
          <a:p>
            <a:pPr indent="0" lvl="0" marL="0" marR="0" rtl="0" algn="l">
              <a:lnSpc>
                <a:spcPct val="114583"/>
              </a:lnSpc>
              <a:spcBef>
                <a:spcPts val="0"/>
              </a:spcBef>
              <a:spcAft>
                <a:spcPts val="0"/>
              </a:spcAft>
              <a:buNone/>
            </a:pPr>
            <a:r>
              <a:rPr b="1" i="0" lang="en-US" sz="2400" u="none" cap="none" strike="noStrike">
                <a:solidFill>
                  <a:srgbClr val="000000"/>
                </a:solidFill>
              </a:rPr>
              <a:t>Note Discovery Feed</a:t>
            </a:r>
            <a:endParaRPr b="1" i="0" sz="2400" u="none" cap="none" strike="noStrike">
              <a:solidFill>
                <a:srgbClr val="000000"/>
              </a:solidFill>
              <a:latin typeface="Times New Roman"/>
              <a:ea typeface="Times New Roman"/>
              <a:cs typeface="Times New Roman"/>
              <a:sym typeface="Times New Roman"/>
            </a:endParaRPr>
          </a:p>
        </p:txBody>
      </p:sp>
      <p:sp>
        <p:nvSpPr>
          <p:cNvPr id="212" name="Google Shape;212;p30"/>
          <p:cNvSpPr/>
          <p:nvPr/>
        </p:nvSpPr>
        <p:spPr>
          <a:xfrm>
            <a:off x="5450875" y="2257800"/>
            <a:ext cx="3728700" cy="2707200"/>
          </a:xfrm>
          <a:prstGeom prst="rect">
            <a:avLst/>
          </a:prstGeom>
          <a:noFill/>
          <a:ln>
            <a:noFill/>
          </a:ln>
        </p:spPr>
        <p:txBody>
          <a:bodyPr anchorCtr="0" anchor="t" bIns="0" lIns="0" spcFirstLastPara="1" rIns="0" wrap="square" tIns="0">
            <a:noAutofit/>
          </a:bodyPr>
          <a:lstStyle/>
          <a:p>
            <a:pPr indent="0" lvl="0" marL="0" marR="0" rtl="0" algn="just">
              <a:lnSpc>
                <a:spcPct val="100000"/>
              </a:lnSpc>
              <a:spcBef>
                <a:spcPts val="0"/>
              </a:spcBef>
              <a:spcAft>
                <a:spcPts val="0"/>
              </a:spcAft>
              <a:buClr>
                <a:srgbClr val="000000"/>
              </a:buClr>
              <a:buSzPts val="2000"/>
              <a:buFont typeface="Arial"/>
              <a:buNone/>
            </a:pPr>
            <a:r>
              <a:rPr b="0" i="0" lang="en-US" sz="2100" u="none" cap="none" strike="noStrike">
                <a:solidFill>
                  <a:srgbClr val="000000"/>
                </a:solidFill>
                <a:latin typeface="Arial"/>
                <a:ea typeface="Arial"/>
                <a:cs typeface="Arial"/>
                <a:sym typeface="Arial"/>
              </a:rPr>
              <a:t>The home feed is driven by Redux state. It queries notes from all followed users and renders them as cards with thumbnails,titles,and descriptions.Unfollowing removes their notes from the feed immediately.</a:t>
            </a:r>
            <a:endParaRPr b="0" i="0" sz="2100" u="none" cap="none" strike="noStrike">
              <a:solidFill>
                <a:srgbClr val="000000"/>
              </a:solidFill>
              <a:latin typeface="Times New Roman"/>
              <a:ea typeface="Times New Roman"/>
              <a:cs typeface="Times New Roman"/>
              <a:sym typeface="Times New Roman"/>
            </a:endParaRPr>
          </a:p>
        </p:txBody>
      </p:sp>
      <p:sp>
        <p:nvSpPr>
          <p:cNvPr id="213" name="Google Shape;213;p30"/>
          <p:cNvSpPr/>
          <p:nvPr/>
        </p:nvSpPr>
        <p:spPr>
          <a:xfrm>
            <a:off x="9640300" y="1368375"/>
            <a:ext cx="4197000" cy="3953400"/>
          </a:xfrm>
          <a:prstGeom prst="roundRect">
            <a:avLst>
              <a:gd fmla="val 2723" name="adj"/>
            </a:avLst>
          </a:prstGeom>
          <a:solidFill>
            <a:schemeClr val="lt1"/>
          </a:solidFill>
          <a:ln cap="flat" cmpd="sng" w="9525">
            <a:solidFill>
              <a:srgbClr val="2A1999"/>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14" name="Google Shape;214;p30"/>
          <p:cNvSpPr/>
          <p:nvPr/>
        </p:nvSpPr>
        <p:spPr>
          <a:xfrm>
            <a:off x="9811452" y="1667800"/>
            <a:ext cx="3854700" cy="354000"/>
          </a:xfrm>
          <a:prstGeom prst="rect">
            <a:avLst/>
          </a:prstGeom>
          <a:noFill/>
          <a:ln>
            <a:noFill/>
          </a:ln>
        </p:spPr>
        <p:txBody>
          <a:bodyPr anchorCtr="0" anchor="t" bIns="0" lIns="0" spcFirstLastPara="1" rIns="0" wrap="square" tIns="0">
            <a:noAutofit/>
          </a:bodyPr>
          <a:lstStyle/>
          <a:p>
            <a:pPr indent="0" lvl="0" marL="0" marR="0" rtl="0" algn="l">
              <a:lnSpc>
                <a:spcPct val="114583"/>
              </a:lnSpc>
              <a:spcBef>
                <a:spcPts val="0"/>
              </a:spcBef>
              <a:spcAft>
                <a:spcPts val="0"/>
              </a:spcAft>
              <a:buNone/>
            </a:pPr>
            <a:r>
              <a:rPr b="1" i="0" lang="en-US" sz="2400" u="none" cap="none" strike="noStrike">
                <a:solidFill>
                  <a:srgbClr val="000000"/>
                </a:solidFill>
              </a:rPr>
              <a:t>User Profiles &amp; Search</a:t>
            </a:r>
            <a:endParaRPr b="1" i="0" sz="2400" u="none" cap="none" strike="noStrike">
              <a:solidFill>
                <a:srgbClr val="000000"/>
              </a:solidFill>
              <a:latin typeface="Times New Roman"/>
              <a:ea typeface="Times New Roman"/>
              <a:cs typeface="Times New Roman"/>
              <a:sym typeface="Times New Roman"/>
            </a:endParaRPr>
          </a:p>
        </p:txBody>
      </p:sp>
      <p:sp>
        <p:nvSpPr>
          <p:cNvPr id="215" name="Google Shape;215;p30"/>
          <p:cNvSpPr/>
          <p:nvPr/>
        </p:nvSpPr>
        <p:spPr>
          <a:xfrm>
            <a:off x="9874575" y="2257800"/>
            <a:ext cx="3728700" cy="2960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n-US" sz="2100" u="none" cap="none" strike="noStrike">
                <a:solidFill>
                  <a:srgbClr val="000000"/>
                </a:solidFill>
                <a:latin typeface="Arial"/>
                <a:ea typeface="Arial"/>
                <a:cs typeface="Arial"/>
                <a:sym typeface="Arial"/>
              </a:rPr>
              <a:t>Profile pages display a user's uploaded notes, follower/following counts, bio, and institution. Users can edit their profile via a modal. The search page allows discovery of other users by username with a direct follow button.</a:t>
            </a:r>
            <a:endParaRPr sz="1500"/>
          </a:p>
        </p:txBody>
      </p:sp>
      <p:sp>
        <p:nvSpPr>
          <p:cNvPr id="216" name="Google Shape;216;p30"/>
          <p:cNvSpPr/>
          <p:nvPr/>
        </p:nvSpPr>
        <p:spPr>
          <a:xfrm>
            <a:off x="793075" y="5537002"/>
            <a:ext cx="13044249" cy="1087279"/>
          </a:xfrm>
          <a:prstGeom prst="rect">
            <a:avLst/>
          </a:prstGeom>
          <a:noFill/>
          <a:ln>
            <a:noFill/>
          </a:ln>
        </p:spPr>
        <p:txBody>
          <a:bodyPr anchorCtr="0" anchor="t" bIns="0" lIns="0" spcFirstLastPara="1" rIns="0" wrap="square" tIns="0">
            <a:noAutofit/>
          </a:bodyPr>
          <a:lstStyle/>
          <a:p>
            <a:pPr indent="0" lvl="0" marL="0" marR="0" rtl="0" algn="just">
              <a:lnSpc>
                <a:spcPct val="142500"/>
              </a:lnSpc>
              <a:spcBef>
                <a:spcPts val="0"/>
              </a:spcBef>
              <a:spcAft>
                <a:spcPts val="0"/>
              </a:spcAft>
              <a:buClr>
                <a:srgbClr val="000000"/>
              </a:buClr>
              <a:buSzPts val="2000"/>
              <a:buFont typeface="Arial"/>
              <a:buNone/>
            </a:pPr>
            <a:r>
              <a:rPr b="0" i="0" lang="en-US" sz="2000" u="none" cap="none" strike="noStrike">
                <a:solidFill>
                  <a:srgbClr val="000000"/>
                </a:solidFill>
                <a:latin typeface="Arial"/>
                <a:ea typeface="Arial"/>
                <a:cs typeface="Arial"/>
                <a:sym typeface="Arial"/>
              </a:rPr>
              <a:t>NoteChat focuses on meaningful academic interaction. The backend manages all user data, note content, conversations, and real-time socket state. The React frontend ensures a smooth, responsive experience across desktop and mobile using Styled Components and a responsive breakpoint utility.</a:t>
            </a:r>
            <a:endParaRPr b="0" i="0" sz="2000" u="none" cap="none" strike="noStrike">
              <a:solidFill>
                <a:srgbClr val="000000"/>
              </a:solidFill>
              <a:latin typeface="Times New Roman"/>
              <a:ea typeface="Times New Roman"/>
              <a:cs typeface="Times New Roman"/>
              <a:sym typeface="Times New Roman"/>
            </a:endParaRPr>
          </a:p>
        </p:txBody>
      </p:sp>
      <p:sp>
        <p:nvSpPr>
          <p:cNvPr id="217" name="Google Shape;217;p30"/>
          <p:cNvSpPr/>
          <p:nvPr/>
        </p:nvSpPr>
        <p:spPr>
          <a:xfrm>
            <a:off x="793075" y="6503273"/>
            <a:ext cx="13044249" cy="724853"/>
          </a:xfrm>
          <a:prstGeom prst="rect">
            <a:avLst/>
          </a:prstGeom>
          <a:noFill/>
          <a:ln>
            <a:noFill/>
          </a:ln>
        </p:spPr>
        <p:txBody>
          <a:bodyPr anchorCtr="0" anchor="t" bIns="0" lIns="0" spcFirstLastPara="1" rIns="0" wrap="square" tIns="0">
            <a:noAutofit/>
          </a:bodyPr>
          <a:lstStyle/>
          <a:p>
            <a:pPr indent="0" lvl="0" marL="0" marR="0" rtl="0" algn="just">
              <a:lnSpc>
                <a:spcPct val="142500"/>
              </a:lnSpc>
              <a:spcBef>
                <a:spcPts val="0"/>
              </a:spcBef>
              <a:spcAft>
                <a:spcPts val="0"/>
              </a:spcAft>
              <a:buClr>
                <a:srgbClr val="000000"/>
              </a:buClr>
              <a:buSzPts val="2000"/>
              <a:buFont typeface="Arial"/>
              <a:buNone/>
            </a:pPr>
            <a:r>
              <a:t/>
            </a:r>
            <a:endParaRPr b="0" i="0" sz="2000" u="none" cap="none" strike="noStrike">
              <a:solidFill>
                <a:srgbClr val="000000"/>
              </a:solidFill>
              <a:latin typeface="Times New Roman"/>
              <a:ea typeface="Times New Roman"/>
              <a:cs typeface="Times New Roman"/>
              <a:sym typeface="Times New Roman"/>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22" name="Shape 222"/>
        <p:cNvGrpSpPr/>
        <p:nvPr/>
      </p:nvGrpSpPr>
      <p:grpSpPr>
        <a:xfrm>
          <a:off x="0" y="0"/>
          <a:ext cx="0" cy="0"/>
          <a:chOff x="0" y="0"/>
          <a:chExt cx="0" cy="0"/>
        </a:xfrm>
      </p:grpSpPr>
      <p:sp>
        <p:nvSpPr>
          <p:cNvPr id="223" name="Google Shape;223;p31"/>
          <p:cNvSpPr/>
          <p:nvPr/>
        </p:nvSpPr>
        <p:spPr>
          <a:xfrm>
            <a:off x="269320" y="179308"/>
            <a:ext cx="9673466" cy="637937"/>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000000"/>
              </a:buClr>
              <a:buSzPts val="4000"/>
              <a:buFont typeface="Arial"/>
              <a:buNone/>
            </a:pPr>
            <a:r>
              <a:rPr b="1" i="0" lang="en-US" sz="4000" u="none" cap="none" strike="noStrike">
                <a:solidFill>
                  <a:srgbClr val="000000"/>
                </a:solidFill>
                <a:latin typeface="Times New Roman"/>
                <a:ea typeface="Times New Roman"/>
                <a:cs typeface="Times New Roman"/>
                <a:sym typeface="Times New Roman"/>
              </a:rPr>
              <a:t>Deployment and Performance Optimization</a:t>
            </a:r>
            <a:endParaRPr b="0" i="0" sz="4000" u="none" cap="none" strike="noStrike">
              <a:solidFill>
                <a:srgbClr val="000000"/>
              </a:solidFill>
              <a:latin typeface="Times New Roman"/>
              <a:ea typeface="Times New Roman"/>
              <a:cs typeface="Times New Roman"/>
              <a:sym typeface="Times New Roman"/>
            </a:endParaRPr>
          </a:p>
        </p:txBody>
      </p:sp>
      <p:pic>
        <p:nvPicPr>
          <p:cNvPr descr="preencoded.png" id="224" name="Google Shape;224;p31"/>
          <p:cNvPicPr preferRelativeResize="0"/>
          <p:nvPr/>
        </p:nvPicPr>
        <p:blipFill rotWithShape="1">
          <a:blip r:embed="rId3">
            <a:alphaModFix/>
          </a:blip>
          <a:srcRect b="0" l="0" r="0" t="0"/>
          <a:stretch/>
        </p:blipFill>
        <p:spPr>
          <a:xfrm>
            <a:off x="742715" y="1383084"/>
            <a:ext cx="510302" cy="510302"/>
          </a:xfrm>
          <a:prstGeom prst="rect">
            <a:avLst/>
          </a:prstGeom>
          <a:noFill/>
          <a:ln>
            <a:noFill/>
          </a:ln>
        </p:spPr>
      </p:pic>
      <p:sp>
        <p:nvSpPr>
          <p:cNvPr id="225" name="Google Shape;225;p31"/>
          <p:cNvSpPr/>
          <p:nvPr/>
        </p:nvSpPr>
        <p:spPr>
          <a:xfrm>
            <a:off x="1430650" y="1383075"/>
            <a:ext cx="2626500" cy="318900"/>
          </a:xfrm>
          <a:prstGeom prst="rect">
            <a:avLst/>
          </a:prstGeom>
          <a:noFill/>
          <a:ln>
            <a:noFill/>
          </a:ln>
        </p:spPr>
        <p:txBody>
          <a:bodyPr anchorCtr="0" anchor="t" bIns="0" lIns="0" spcFirstLastPara="1" rIns="0" wrap="square" tIns="0">
            <a:noAutofit/>
          </a:bodyPr>
          <a:lstStyle/>
          <a:p>
            <a:pPr indent="0" lvl="0" marL="0" marR="0" rtl="0" algn="l">
              <a:lnSpc>
                <a:spcPct val="104166"/>
              </a:lnSpc>
              <a:spcBef>
                <a:spcPts val="0"/>
              </a:spcBef>
              <a:spcAft>
                <a:spcPts val="0"/>
              </a:spcAft>
              <a:buClr>
                <a:srgbClr val="000000"/>
              </a:buClr>
              <a:buSzPts val="2400"/>
              <a:buFont typeface="Arial"/>
              <a:buNone/>
            </a:pPr>
            <a:r>
              <a:rPr b="1" i="0" lang="en-US" sz="2400" u="none" cap="none" strike="noStrike">
                <a:solidFill>
                  <a:srgbClr val="000000"/>
                </a:solidFill>
                <a:latin typeface="Times New Roman"/>
                <a:ea typeface="Times New Roman"/>
                <a:cs typeface="Times New Roman"/>
                <a:sym typeface="Times New Roman"/>
              </a:rPr>
              <a:t>Frontend </a:t>
            </a:r>
            <a:endParaRPr/>
          </a:p>
          <a:p>
            <a:pPr indent="0" lvl="0" marL="0" marR="0" rtl="0" algn="l">
              <a:lnSpc>
                <a:spcPct val="104166"/>
              </a:lnSpc>
              <a:spcBef>
                <a:spcPts val="0"/>
              </a:spcBef>
              <a:spcAft>
                <a:spcPts val="0"/>
              </a:spcAft>
              <a:buClr>
                <a:srgbClr val="000000"/>
              </a:buClr>
              <a:buSzPts val="2400"/>
              <a:buFont typeface="Arial"/>
              <a:buNone/>
            </a:pPr>
            <a:r>
              <a:rPr b="1" i="0" lang="en-US" sz="2400" u="none" cap="none" strike="noStrike">
                <a:solidFill>
                  <a:srgbClr val="000000"/>
                </a:solidFill>
                <a:latin typeface="Times New Roman"/>
                <a:ea typeface="Times New Roman"/>
                <a:cs typeface="Times New Roman"/>
                <a:sym typeface="Times New Roman"/>
              </a:rPr>
              <a:t>Build</a:t>
            </a:r>
            <a:endParaRPr b="0" i="0" sz="2400" u="none" cap="none" strike="noStrike">
              <a:solidFill>
                <a:srgbClr val="000000"/>
              </a:solidFill>
              <a:latin typeface="Times New Roman"/>
              <a:ea typeface="Times New Roman"/>
              <a:cs typeface="Times New Roman"/>
              <a:sym typeface="Times New Roman"/>
            </a:endParaRPr>
          </a:p>
        </p:txBody>
      </p:sp>
      <p:sp>
        <p:nvSpPr>
          <p:cNvPr id="226" name="Google Shape;226;p31"/>
          <p:cNvSpPr/>
          <p:nvPr/>
        </p:nvSpPr>
        <p:spPr>
          <a:xfrm>
            <a:off x="1430650" y="2267790"/>
            <a:ext cx="2452500" cy="2279100"/>
          </a:xfrm>
          <a:prstGeom prst="rect">
            <a:avLst/>
          </a:prstGeom>
          <a:noFill/>
          <a:ln>
            <a:noFill/>
          </a:ln>
        </p:spPr>
        <p:txBody>
          <a:bodyPr anchorCtr="0" anchor="t" bIns="0" lIns="0" spcFirstLastPara="1" rIns="0" wrap="square" tIns="0">
            <a:noAutofit/>
          </a:bodyPr>
          <a:lstStyle/>
          <a:p>
            <a:pPr indent="0" lvl="0" marL="0" marR="0" rtl="0" algn="just">
              <a:lnSpc>
                <a:spcPct val="100000"/>
              </a:lnSpc>
              <a:spcBef>
                <a:spcPts val="0"/>
              </a:spcBef>
              <a:spcAft>
                <a:spcPts val="0"/>
              </a:spcAft>
              <a:buClr>
                <a:srgbClr val="000000"/>
              </a:buClr>
              <a:buSzPts val="2000"/>
              <a:buFont typeface="Arial"/>
              <a:buNone/>
            </a:pPr>
            <a:r>
              <a:rPr b="0" i="0" lang="en-US" sz="2100" u="none" cap="none" strike="noStrike">
                <a:solidFill>
                  <a:srgbClr val="000000"/>
                </a:solidFill>
                <a:latin typeface="Times New Roman"/>
                <a:ea typeface="Times New Roman"/>
                <a:cs typeface="Times New Roman"/>
                <a:sym typeface="Times New Roman"/>
              </a:rPr>
              <a:t>React app built and deployed on Netlify/Vercel. Environment variables configure</a:t>
            </a:r>
            <a:r>
              <a:rPr lang="en-US" sz="2100">
                <a:latin typeface="Times New Roman"/>
                <a:ea typeface="Times New Roman"/>
                <a:cs typeface="Times New Roman"/>
                <a:sym typeface="Times New Roman"/>
              </a:rPr>
              <a:t> </a:t>
            </a:r>
            <a:r>
              <a:rPr b="0" i="0" lang="en-US" sz="2100" u="none" cap="none" strike="noStrike">
                <a:solidFill>
                  <a:srgbClr val="000000"/>
                </a:solidFill>
                <a:latin typeface="Times New Roman"/>
                <a:ea typeface="Times New Roman"/>
                <a:cs typeface="Times New Roman"/>
                <a:sym typeface="Times New Roman"/>
              </a:rPr>
              <a:t>API endpoints. Code splitting and lazy loading reduce initial bundle size.</a:t>
            </a:r>
            <a:endParaRPr b="0" i="0" sz="2100" u="none" cap="none" strike="noStrike">
              <a:solidFill>
                <a:srgbClr val="000000"/>
              </a:solidFill>
              <a:latin typeface="Times New Roman"/>
              <a:ea typeface="Times New Roman"/>
              <a:cs typeface="Times New Roman"/>
              <a:sym typeface="Times New Roman"/>
            </a:endParaRPr>
          </a:p>
        </p:txBody>
      </p:sp>
      <p:pic>
        <p:nvPicPr>
          <p:cNvPr descr="preencoded.png" id="227" name="Google Shape;227;p31"/>
          <p:cNvPicPr preferRelativeResize="0"/>
          <p:nvPr/>
        </p:nvPicPr>
        <p:blipFill rotWithShape="1">
          <a:blip r:embed="rId4">
            <a:alphaModFix/>
          </a:blip>
          <a:srcRect b="0" l="0" r="0" t="0"/>
          <a:stretch/>
        </p:blipFill>
        <p:spPr>
          <a:xfrm>
            <a:off x="4189746" y="1383079"/>
            <a:ext cx="510302" cy="510302"/>
          </a:xfrm>
          <a:prstGeom prst="rect">
            <a:avLst/>
          </a:prstGeom>
          <a:noFill/>
          <a:ln>
            <a:noFill/>
          </a:ln>
        </p:spPr>
      </p:pic>
      <p:sp>
        <p:nvSpPr>
          <p:cNvPr id="228" name="Google Shape;228;p31"/>
          <p:cNvSpPr/>
          <p:nvPr/>
        </p:nvSpPr>
        <p:spPr>
          <a:xfrm>
            <a:off x="4832628" y="1391204"/>
            <a:ext cx="2355000" cy="637800"/>
          </a:xfrm>
          <a:prstGeom prst="rect">
            <a:avLst/>
          </a:prstGeom>
          <a:noFill/>
          <a:ln>
            <a:noFill/>
          </a:ln>
        </p:spPr>
        <p:txBody>
          <a:bodyPr anchorCtr="0" anchor="t" bIns="0" lIns="0" spcFirstLastPara="1" rIns="0" wrap="square" tIns="0">
            <a:noAutofit/>
          </a:bodyPr>
          <a:lstStyle/>
          <a:p>
            <a:pPr indent="0" lvl="0" marL="0" marR="0" rtl="0" algn="l">
              <a:lnSpc>
                <a:spcPct val="104166"/>
              </a:lnSpc>
              <a:spcBef>
                <a:spcPts val="0"/>
              </a:spcBef>
              <a:spcAft>
                <a:spcPts val="0"/>
              </a:spcAft>
              <a:buClr>
                <a:srgbClr val="000000"/>
              </a:buClr>
              <a:buSzPts val="2400"/>
              <a:buFont typeface="Arial"/>
              <a:buNone/>
            </a:pPr>
            <a:r>
              <a:rPr b="1" i="0" lang="en-US" sz="2400" u="none" cap="none" strike="noStrike">
                <a:solidFill>
                  <a:srgbClr val="000000"/>
                </a:solidFill>
                <a:latin typeface="Times New Roman"/>
                <a:ea typeface="Times New Roman"/>
                <a:cs typeface="Times New Roman"/>
                <a:sym typeface="Times New Roman"/>
              </a:rPr>
              <a:t>Backend Deployment</a:t>
            </a:r>
            <a:endParaRPr b="0" i="0" sz="2400" u="none" cap="none" strike="noStrike">
              <a:solidFill>
                <a:srgbClr val="000000"/>
              </a:solidFill>
              <a:latin typeface="Times New Roman"/>
              <a:ea typeface="Times New Roman"/>
              <a:cs typeface="Times New Roman"/>
              <a:sym typeface="Times New Roman"/>
            </a:endParaRPr>
          </a:p>
        </p:txBody>
      </p:sp>
      <p:sp>
        <p:nvSpPr>
          <p:cNvPr id="229" name="Google Shape;229;p31"/>
          <p:cNvSpPr/>
          <p:nvPr/>
        </p:nvSpPr>
        <p:spPr>
          <a:xfrm>
            <a:off x="4706225" y="2398653"/>
            <a:ext cx="2626500" cy="26136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n-US" sz="2100" u="none" cap="none" strike="noStrike">
                <a:solidFill>
                  <a:srgbClr val="000000"/>
                </a:solidFill>
                <a:latin typeface="Arial"/>
                <a:ea typeface="Arial"/>
                <a:cs typeface="Arial"/>
                <a:sym typeface="Arial"/>
              </a:rPr>
              <a:t>Node.js + Express backend hosted on Render/Railway. dotenv manages PORT and MongoDB URL. Morgan logs all HTTP requests in production.</a:t>
            </a:r>
            <a:endParaRPr sz="1500"/>
          </a:p>
        </p:txBody>
      </p:sp>
      <p:sp>
        <p:nvSpPr>
          <p:cNvPr id="230" name="Google Shape;230;p31"/>
          <p:cNvSpPr/>
          <p:nvPr/>
        </p:nvSpPr>
        <p:spPr>
          <a:xfrm>
            <a:off x="7442420" y="1444669"/>
            <a:ext cx="459300" cy="530700"/>
          </a:xfrm>
          <a:prstGeom prst="roundRect">
            <a:avLst>
              <a:gd fmla="val 11947" name="adj"/>
            </a:avLst>
          </a:prstGeom>
          <a:solidFill>
            <a:srgbClr val="4D4D5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pic>
        <p:nvPicPr>
          <p:cNvPr descr="preencoded.png" id="231" name="Google Shape;231;p31"/>
          <p:cNvPicPr preferRelativeResize="0"/>
          <p:nvPr/>
        </p:nvPicPr>
        <p:blipFill rotWithShape="1">
          <a:blip r:embed="rId5">
            <a:alphaModFix/>
          </a:blip>
          <a:srcRect b="0" l="0" r="0" t="0"/>
          <a:stretch/>
        </p:blipFill>
        <p:spPr>
          <a:xfrm>
            <a:off x="7416879" y="1454922"/>
            <a:ext cx="510302" cy="510302"/>
          </a:xfrm>
          <a:prstGeom prst="rect">
            <a:avLst/>
          </a:prstGeom>
          <a:noFill/>
          <a:ln>
            <a:noFill/>
          </a:ln>
        </p:spPr>
      </p:pic>
      <p:sp>
        <p:nvSpPr>
          <p:cNvPr id="232" name="Google Shape;232;p31"/>
          <p:cNvSpPr/>
          <p:nvPr/>
        </p:nvSpPr>
        <p:spPr>
          <a:xfrm>
            <a:off x="8156981" y="1391154"/>
            <a:ext cx="2355000" cy="637800"/>
          </a:xfrm>
          <a:prstGeom prst="rect">
            <a:avLst/>
          </a:prstGeom>
          <a:noFill/>
          <a:ln>
            <a:noFill/>
          </a:ln>
        </p:spPr>
        <p:txBody>
          <a:bodyPr anchorCtr="0" anchor="t" bIns="0" lIns="0" spcFirstLastPara="1" rIns="0" wrap="square" tIns="0">
            <a:noAutofit/>
          </a:bodyPr>
          <a:lstStyle/>
          <a:p>
            <a:pPr indent="0" lvl="0" marL="0" marR="0" rtl="0" algn="l">
              <a:lnSpc>
                <a:spcPct val="104166"/>
              </a:lnSpc>
              <a:spcBef>
                <a:spcPts val="0"/>
              </a:spcBef>
              <a:spcAft>
                <a:spcPts val="0"/>
              </a:spcAft>
              <a:buClr>
                <a:srgbClr val="000000"/>
              </a:buClr>
              <a:buSzPts val="2400"/>
              <a:buFont typeface="Arial"/>
              <a:buNone/>
            </a:pPr>
            <a:r>
              <a:rPr b="1" i="0" lang="en-US" sz="2400" u="none" cap="none" strike="noStrike">
                <a:solidFill>
                  <a:srgbClr val="000000"/>
                </a:solidFill>
                <a:latin typeface="Times New Roman"/>
                <a:ea typeface="Times New Roman"/>
                <a:cs typeface="Times New Roman"/>
                <a:sym typeface="Times New Roman"/>
              </a:rPr>
              <a:t>MongoDB Atlas</a:t>
            </a:r>
            <a:endParaRPr b="0" i="0" sz="2400" u="none" cap="none" strike="noStrike">
              <a:solidFill>
                <a:srgbClr val="000000"/>
              </a:solidFill>
              <a:latin typeface="Times New Roman"/>
              <a:ea typeface="Times New Roman"/>
              <a:cs typeface="Times New Roman"/>
              <a:sym typeface="Times New Roman"/>
            </a:endParaRPr>
          </a:p>
        </p:txBody>
      </p:sp>
      <p:sp>
        <p:nvSpPr>
          <p:cNvPr id="233" name="Google Shape;233;p31"/>
          <p:cNvSpPr/>
          <p:nvPr/>
        </p:nvSpPr>
        <p:spPr>
          <a:xfrm>
            <a:off x="8229671" y="2267811"/>
            <a:ext cx="2355000" cy="1960200"/>
          </a:xfrm>
          <a:prstGeom prst="rect">
            <a:avLst/>
          </a:prstGeom>
          <a:noFill/>
          <a:ln>
            <a:noFill/>
          </a:ln>
        </p:spPr>
        <p:txBody>
          <a:bodyPr anchorCtr="0" anchor="t" bIns="0" lIns="0" spcFirstLastPara="1" rIns="0" wrap="square" tIns="0">
            <a:noAutofit/>
          </a:bodyPr>
          <a:lstStyle/>
          <a:p>
            <a:pPr indent="0" lvl="0" marL="0" marR="0" rtl="0" algn="just">
              <a:lnSpc>
                <a:spcPct val="100000"/>
              </a:lnSpc>
              <a:spcBef>
                <a:spcPts val="0"/>
              </a:spcBef>
              <a:spcAft>
                <a:spcPts val="0"/>
              </a:spcAft>
              <a:buClr>
                <a:srgbClr val="000000"/>
              </a:buClr>
              <a:buSzPts val="2000"/>
              <a:buFont typeface="Arial"/>
              <a:buNone/>
            </a:pPr>
            <a:r>
              <a:rPr b="0" i="0" lang="en-US" sz="2000" u="none" cap="none" strike="noStrike">
                <a:solidFill>
                  <a:srgbClr val="000000"/>
                </a:solidFill>
                <a:latin typeface="Arial"/>
                <a:ea typeface="Arial"/>
                <a:cs typeface="Arial"/>
                <a:sym typeface="Arial"/>
              </a:rPr>
              <a:t>MongoDB Atlas cloud cluster with Mongoose ODM. Indexed user and note fields for fast queries. Persistent storage for all notes, messages, users, and conversations.</a:t>
            </a:r>
            <a:endParaRPr b="0" i="0" sz="2000" u="none" cap="none" strike="noStrike">
              <a:solidFill>
                <a:srgbClr val="000000"/>
              </a:solidFill>
              <a:latin typeface="Times New Roman"/>
              <a:ea typeface="Times New Roman"/>
              <a:cs typeface="Times New Roman"/>
              <a:sym typeface="Times New Roman"/>
            </a:endParaRPr>
          </a:p>
        </p:txBody>
      </p:sp>
      <p:pic>
        <p:nvPicPr>
          <p:cNvPr descr="preencoded.png" id="234" name="Google Shape;234;p31"/>
          <p:cNvPicPr preferRelativeResize="0"/>
          <p:nvPr/>
        </p:nvPicPr>
        <p:blipFill rotWithShape="1">
          <a:blip r:embed="rId6">
            <a:alphaModFix/>
          </a:blip>
          <a:srcRect b="0" l="0" r="0" t="0"/>
          <a:stretch/>
        </p:blipFill>
        <p:spPr>
          <a:xfrm>
            <a:off x="10741779" y="1287384"/>
            <a:ext cx="510302" cy="510302"/>
          </a:xfrm>
          <a:prstGeom prst="rect">
            <a:avLst/>
          </a:prstGeom>
          <a:noFill/>
          <a:ln>
            <a:noFill/>
          </a:ln>
        </p:spPr>
      </p:pic>
      <p:sp>
        <p:nvSpPr>
          <p:cNvPr id="235" name="Google Shape;235;p31"/>
          <p:cNvSpPr/>
          <p:nvPr/>
        </p:nvSpPr>
        <p:spPr>
          <a:xfrm>
            <a:off x="11481884" y="1391241"/>
            <a:ext cx="2355000" cy="637800"/>
          </a:xfrm>
          <a:prstGeom prst="rect">
            <a:avLst/>
          </a:prstGeom>
          <a:noFill/>
          <a:ln>
            <a:noFill/>
          </a:ln>
        </p:spPr>
        <p:txBody>
          <a:bodyPr anchorCtr="0" anchor="t" bIns="0" lIns="0" spcFirstLastPara="1" rIns="0" wrap="square" tIns="0">
            <a:noAutofit/>
          </a:bodyPr>
          <a:lstStyle/>
          <a:p>
            <a:pPr indent="0" lvl="0" marL="0" marR="0" rtl="0" algn="l">
              <a:lnSpc>
                <a:spcPct val="104166"/>
              </a:lnSpc>
              <a:spcBef>
                <a:spcPts val="0"/>
              </a:spcBef>
              <a:spcAft>
                <a:spcPts val="0"/>
              </a:spcAft>
              <a:buClr>
                <a:srgbClr val="000000"/>
              </a:buClr>
              <a:buSzPts val="2400"/>
              <a:buFont typeface="Arial"/>
              <a:buNone/>
            </a:pPr>
            <a:r>
              <a:rPr b="1" i="0" lang="en-US" sz="2400" u="none" cap="none" strike="noStrike">
                <a:solidFill>
                  <a:srgbClr val="000000"/>
                </a:solidFill>
                <a:latin typeface="Times New Roman"/>
                <a:ea typeface="Times New Roman"/>
                <a:cs typeface="Times New Roman"/>
                <a:sym typeface="Times New Roman"/>
              </a:rPr>
              <a:t>Socket Server</a:t>
            </a:r>
            <a:endParaRPr b="0" i="0" sz="2400" u="none" cap="none" strike="noStrike">
              <a:solidFill>
                <a:srgbClr val="000000"/>
              </a:solidFill>
              <a:latin typeface="Times New Roman"/>
              <a:ea typeface="Times New Roman"/>
              <a:cs typeface="Times New Roman"/>
              <a:sym typeface="Times New Roman"/>
            </a:endParaRPr>
          </a:p>
        </p:txBody>
      </p:sp>
      <p:sp>
        <p:nvSpPr>
          <p:cNvPr id="236" name="Google Shape;236;p31"/>
          <p:cNvSpPr/>
          <p:nvPr/>
        </p:nvSpPr>
        <p:spPr>
          <a:xfrm>
            <a:off x="11481629" y="2267778"/>
            <a:ext cx="2355000" cy="1960200"/>
          </a:xfrm>
          <a:prstGeom prst="rect">
            <a:avLst/>
          </a:prstGeom>
          <a:noFill/>
          <a:ln>
            <a:noFill/>
          </a:ln>
        </p:spPr>
        <p:txBody>
          <a:bodyPr anchorCtr="0" anchor="t" bIns="0" lIns="0" spcFirstLastPara="1" rIns="0" wrap="square" tIns="0">
            <a:noAutofit/>
          </a:bodyPr>
          <a:lstStyle/>
          <a:p>
            <a:pPr indent="0" lvl="0" marL="0" marR="0" rtl="0" algn="just">
              <a:lnSpc>
                <a:spcPct val="100000"/>
              </a:lnSpc>
              <a:spcBef>
                <a:spcPts val="1000"/>
              </a:spcBef>
              <a:spcAft>
                <a:spcPts val="1000"/>
              </a:spcAft>
              <a:buNone/>
            </a:pPr>
            <a:r>
              <a:rPr b="0" i="0" lang="en-US" sz="2100" u="none" cap="none" strike="noStrike">
                <a:solidFill>
                  <a:srgbClr val="000000"/>
                </a:solidFill>
                <a:latin typeface="Times New Roman"/>
                <a:ea typeface="Times New Roman"/>
                <a:cs typeface="Times New Roman"/>
                <a:sym typeface="Times New Roman"/>
              </a:rPr>
              <a:t>Standalone Socket.io server deployed separately on port 8900. Handles all real-time events independently from the REST backend, allowing independent scaling.</a:t>
            </a:r>
            <a:endParaRPr b="0" i="0" sz="2100" u="none" cap="none" strike="noStrike">
              <a:solidFill>
                <a:srgbClr val="000000"/>
              </a:solidFill>
              <a:latin typeface="Times New Roman"/>
              <a:ea typeface="Times New Roman"/>
              <a:cs typeface="Times New Roman"/>
              <a:sym typeface="Times New Roman"/>
            </a:endParaRPr>
          </a:p>
        </p:txBody>
      </p:sp>
      <p:sp>
        <p:nvSpPr>
          <p:cNvPr id="237" name="Google Shape;237;p31"/>
          <p:cNvSpPr/>
          <p:nvPr/>
        </p:nvSpPr>
        <p:spPr>
          <a:xfrm>
            <a:off x="793790" y="5568553"/>
            <a:ext cx="13042821" cy="980123"/>
          </a:xfrm>
          <a:prstGeom prst="rect">
            <a:avLst/>
          </a:prstGeom>
          <a:noFill/>
          <a:ln>
            <a:noFill/>
          </a:ln>
        </p:spPr>
        <p:txBody>
          <a:bodyPr anchorCtr="0" anchor="t" bIns="0" lIns="0" spcFirstLastPara="1" rIns="0" wrap="square" tIns="0">
            <a:noAutofit/>
          </a:bodyPr>
          <a:lstStyle/>
          <a:p>
            <a:pPr indent="0" lvl="0" marL="0" marR="0" rtl="0" algn="just">
              <a:lnSpc>
                <a:spcPct val="127500"/>
              </a:lnSpc>
              <a:spcBef>
                <a:spcPts val="0"/>
              </a:spcBef>
              <a:spcAft>
                <a:spcPts val="0"/>
              </a:spcAft>
              <a:buClr>
                <a:srgbClr val="000000"/>
              </a:buClr>
              <a:buSzPts val="2000"/>
              <a:buFont typeface="Arial"/>
              <a:buNone/>
            </a:pPr>
            <a:r>
              <a:rPr b="0" i="0" lang="en-US" sz="2000" u="none" cap="none" strike="noStrike">
                <a:solidFill>
                  <a:srgbClr val="000000"/>
                </a:solidFill>
                <a:latin typeface="Arial"/>
                <a:ea typeface="Arial"/>
                <a:cs typeface="Arial"/>
                <a:sym typeface="Arial"/>
              </a:rPr>
              <a:t>NoteChat is deployed as three independent services. The React frontend is hosted on Netlify/Vercel, the Express backend on Render, and the Socket.io server on a separate cloud instance. Each service uses environment variables for secure configuration.</a:t>
            </a:r>
            <a:endParaRPr b="0" i="0" sz="2000" u="none" cap="none" strike="noStrike">
              <a:solidFill>
                <a:srgbClr val="000000"/>
              </a:solidFill>
              <a:latin typeface="Times New Roman"/>
              <a:ea typeface="Times New Roman"/>
              <a:cs typeface="Times New Roman"/>
              <a:sym typeface="Times New Roman"/>
            </a:endParaRPr>
          </a:p>
        </p:txBody>
      </p:sp>
      <p:sp>
        <p:nvSpPr>
          <p:cNvPr id="238" name="Google Shape;238;p31"/>
          <p:cNvSpPr/>
          <p:nvPr/>
        </p:nvSpPr>
        <p:spPr>
          <a:xfrm>
            <a:off x="793790" y="6778228"/>
            <a:ext cx="13042821" cy="653415"/>
          </a:xfrm>
          <a:prstGeom prst="rect">
            <a:avLst/>
          </a:prstGeom>
          <a:noFill/>
          <a:ln>
            <a:noFill/>
          </a:ln>
        </p:spPr>
        <p:txBody>
          <a:bodyPr anchorCtr="0" anchor="t" bIns="0" lIns="0" spcFirstLastPara="1" rIns="0" wrap="square" tIns="0">
            <a:noAutofit/>
          </a:bodyPr>
          <a:lstStyle/>
          <a:p>
            <a:pPr indent="0" lvl="0" marL="0" marR="0" rtl="0" algn="l">
              <a:lnSpc>
                <a:spcPct val="127500"/>
              </a:lnSpc>
              <a:spcBef>
                <a:spcPts val="0"/>
              </a:spcBef>
              <a:spcAft>
                <a:spcPts val="0"/>
              </a:spcAft>
              <a:buNone/>
            </a:pPr>
            <a:r>
              <a:rPr b="0" i="0" lang="en-US" sz="2000" u="none" cap="none" strike="noStrike">
                <a:solidFill>
                  <a:srgbClr val="000000"/>
                </a:solidFill>
                <a:latin typeface="Arial"/>
                <a:ea typeface="Arial"/>
                <a:cs typeface="Arial"/>
                <a:sym typeface="Arial"/>
              </a:rPr>
              <a:t>MongoDB Atlas provides automated backups and monitoring. The three-server separation ensures that a spike in real-time chat activity does not impact REST API performance. Future scaling can target each service independently based on load.</a:t>
            </a:r>
            <a:endParaRPr b="0" i="0" sz="2000" u="none" cap="none" strike="noStrike">
              <a:solidFill>
                <a:srgbClr val="000000"/>
              </a:solidFill>
              <a:latin typeface="Times New Roman"/>
              <a:ea typeface="Times New Roman"/>
              <a:cs typeface="Times New Roman"/>
              <a:sym typeface="Times New Roman"/>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